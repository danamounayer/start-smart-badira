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59" r:id="rId4"/>
    <p:sldId id="262" r:id="rId5"/>
    <p:sldId id="263" r:id="rId6"/>
    <p:sldId id="264" r:id="rId7"/>
    <p:sldId id="265" r:id="rId8"/>
    <p:sldId id="266" r:id="rId9"/>
    <p:sldId id="267" r:id="rId10"/>
    <p:sldId id="260" r:id="rId11"/>
    <p:sldId id="261" r:id="rId12"/>
  </p:sldIdLst>
  <p:sldSz cx="9144000" cy="5143500" type="screen16x9"/>
  <p:notesSz cx="6858000" cy="9144000"/>
  <p:embeddedFontLst>
    <p:embeddedFont>
      <p:font typeface="Tajawal" panose="020B0604020202020204" charset="-78"/>
      <p:regular r:id="rId14"/>
      <p:bold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16" roundtripDataSignature="AMtx7mgy0nL2cF1WOIQ1Gwarh9qzIdkbP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964468-CD33-464D-A181-638E393B8058}" v="245" dt="2026-09-14T07:12:33.349"/>
    <p1510:client id="{3AE77FBC-E029-4181-A8E8-36EB64CB630D}" v="10" dt="2026-09-14T15:13:58.568"/>
    <p1510:client id="{615EF8CD-5B1E-4EA8-BE24-6B02C4AAF66C}" v="231" dt="2026-09-13T18:13:42.038"/>
    <p1510:client id="{726FF4CB-0AC1-42CE-A172-2350DA6FBA94}" v="41" dt="2026-09-14T08:48:17.777"/>
    <p1510:client id="{854583BE-DC0E-45D8-804D-F1250805BF7F}" v="426" dt="2026-09-14T11:33:31.205"/>
    <p1510:client id="{A9485EBF-37D3-4130-ACF4-422628D6B5D4}" v="120" dt="2026-09-13T17:07:01.495"/>
    <p1510:client id="{F7CE3B5F-294A-4D77-8CC9-74E56536D8E0}" v="9" dt="2026-09-14T08:36:21.9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customschemas.google.com/relationships/presentationmetadata" Target="meta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" name="Google Shape;53;p2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4 دقائق. اشرح الخانات بسرعة ثم انتقل مباشرة للمثال — المثال يوضح أكثر من الشرح.</a:t>
            </a:r>
            <a:endParaRPr/>
          </a:p>
        </p:txBody>
      </p:sp>
      <p:sp>
        <p:nvSpPr>
          <p:cNvPr id="54" name="Google Shape;54;p2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a33d35305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" name="Google Shape;130;g3fa33d35305_0_180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2 دقيقة. أبرز أن انخفاض «الاستعداد للدفع» لا يلغي المشكلة، لكنه يغيّر من سيدفع — قد يكون الجامعة أو الشركة لا الطالبة.</a:t>
            </a:r>
            <a:endParaRPr/>
          </a:p>
        </p:txBody>
      </p:sp>
      <p:sp>
        <p:nvSpPr>
          <p:cNvPr id="131" name="Google Shape;131;g3fa33d35305_0_180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fa33d35305_0_2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g3fa33d35305_0_297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1 دقيقة. الخانتان الأخيرتان هما الأهم عملياً: كيف يحلّها اليوم، وأين تصلون إليه.</a:t>
            </a:r>
            <a:endParaRPr/>
          </a:p>
        </p:txBody>
      </p:sp>
      <p:sp>
        <p:nvSpPr>
          <p:cNvPr id="175" name="Google Shape;175;g3fa33d35305_0_297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" name="Google Shape;53;p2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4 دقائق. اشرح الخانات بسرعة ثم انتقل مباشرة للمثال — المثال يوضح أكثر من الشرح.</a:t>
            </a:r>
            <a:endParaRPr/>
          </a:p>
        </p:txBody>
      </p:sp>
      <p:sp>
        <p:nvSpPr>
          <p:cNvPr id="54" name="Google Shape;54;p2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a33d35305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" name="Google Shape;130;g3fa33d35305_0_180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2 دقيقة. أبرز أن انخفاض «الاستعداد للدفع» لا يلغي المشكلة، لكنه يغيّر من سيدفع — قد يكون الجامعة أو الشركة لا الطالبة.</a:t>
            </a:r>
            <a:endParaRPr/>
          </a:p>
        </p:txBody>
      </p:sp>
      <p:sp>
        <p:nvSpPr>
          <p:cNvPr id="131" name="Google Shape;131;g3fa33d35305_0_180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fa33d35305_0_2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g3fa33d35305_0_297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1 دقيقة. الخانتان الأخيرتان هما الأهم عملياً: كيف يحلّها اليوم، وأين تصلون إليه.</a:t>
            </a:r>
            <a:endParaRPr/>
          </a:p>
        </p:txBody>
      </p:sp>
      <p:sp>
        <p:nvSpPr>
          <p:cNvPr id="175" name="Google Shape;175;g3fa33d35305_0_297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" name="Google Shape;53;p2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4 دقائق. اشرح الخانات بسرعة ثم انتقل مباشرة للمثال — المثال يوضح أكثر من الشرح.</a:t>
            </a:r>
            <a:endParaRPr/>
          </a:p>
        </p:txBody>
      </p:sp>
      <p:sp>
        <p:nvSpPr>
          <p:cNvPr id="54" name="Google Shape;54;p2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a33d35305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" name="Google Shape;130;g3fa33d35305_0_180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2 دقيقة. أبرز أن انخفاض «الاستعداد للدفع» لا يلغي المشكلة، لكنه يغيّر من سيدفع — قد يكون الجامعة أو الشركة لا الطالبة.</a:t>
            </a:r>
            <a:endParaRPr/>
          </a:p>
        </p:txBody>
      </p:sp>
      <p:sp>
        <p:nvSpPr>
          <p:cNvPr id="131" name="Google Shape;131;g3fa33d35305_0_180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fa33d35305_0_2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g3fa33d35305_0_297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1 دقيقة. الخانتان الأخيرتان هما الأهم عملياً: كيف يحلّها اليوم، وأين تصلون إليه.</a:t>
            </a:r>
            <a:endParaRPr/>
          </a:p>
        </p:txBody>
      </p:sp>
      <p:sp>
        <p:nvSpPr>
          <p:cNvPr id="175" name="Google Shape;175;g3fa33d35305_0_297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fa33d35305_0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3" name="Google Shape;213;g3fa33d35305_0_223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2 دقيقة. اطبع هذا الجدول على A3 لكل فريق — الملء على الورق أسرع من الشاشة.</a:t>
            </a:r>
            <a:endParaRPr/>
          </a:p>
        </p:txBody>
      </p:sp>
      <p:sp>
        <p:nvSpPr>
          <p:cNvPr id="214" name="Google Shape;214;g3fa33d35305_0_223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fa33d35305_0_7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4" name="Google Shape;264;g3fa33d35305_0_757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اطبع هذه اللوحة على A1 لكل فريق قبل الجلسة، أو اطلب من الفرق رسمها على اللوح القلاب.</a:t>
            </a:r>
            <a:endParaRPr/>
          </a:p>
        </p:txBody>
      </p:sp>
      <p:sp>
        <p:nvSpPr>
          <p:cNvPr id="265" name="Google Shape;265;g3fa33d35305_0_757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6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0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5" name="Google Shape;3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12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0" name="Google Shape;40;p12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1" name="Google Shape;4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3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4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4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2" descr="/home/claude/w/assets/logo_dark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429" y="260604"/>
            <a:ext cx="891539" cy="304134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2"/>
          <p:cNvSpPr txBox="1"/>
          <p:nvPr/>
        </p:nvSpPr>
        <p:spPr>
          <a:xfrm>
            <a:off x="457429" y="651029"/>
            <a:ext cx="1371600" cy="1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DB0B"/>
              </a:buClr>
              <a:buSzPts val="600"/>
              <a:buFont typeface="Tajawal"/>
              <a:buNone/>
            </a:pPr>
            <a:r>
              <a:rPr lang="en" sz="1000" b="0" i="0" u="none" strike="noStrike" cap="none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تحدي الجامعات 2026</a:t>
            </a: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2103349" y="246888"/>
            <a:ext cx="6583800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r" rtl="1">
              <a:buClr>
                <a:srgbClr val="FFFFFF"/>
              </a:buClr>
              <a:buSzPts val="2000"/>
            </a:pPr>
            <a:r>
              <a:rPr lang="en" sz="2000" b="1" i="0" u="none" strike="noStrike" cap="none" err="1">
                <a:solidFill>
                  <a:srgbClr val="FFFFFF"/>
                </a:solidFill>
                <a:latin typeface="Tajawal"/>
                <a:ea typeface="Tajawal"/>
                <a:cs typeface="Tajawal"/>
                <a:sym typeface="Tajawal"/>
              </a:rPr>
              <a:t>الأداة</a:t>
            </a:r>
            <a:r>
              <a:rPr lang="en" sz="2000" b="1" i="0" u="none" strike="noStrike" cap="none">
                <a:solidFill>
                  <a:srgbClr val="FFFFFF"/>
                </a:solidFill>
                <a:latin typeface="Tajawal"/>
                <a:ea typeface="Tajawal"/>
                <a:cs typeface="Tajawal"/>
                <a:sym typeface="Tajawal"/>
              </a:rPr>
              <a:t> 1:</a:t>
            </a:r>
            <a:r>
              <a:rPr lang="en" sz="2000" b="1">
                <a:solidFill>
                  <a:srgbClr val="FFFFFF"/>
                </a:solidFill>
                <a:latin typeface="Tajawal"/>
                <a:ea typeface="Tajawal"/>
                <a:cs typeface="Tajawal"/>
                <a:sym typeface="Tajawal"/>
              </a:rPr>
              <a:t> </a:t>
            </a:r>
            <a:r>
              <a:rPr lang="en" sz="2000" b="1" err="1">
                <a:solidFill>
                  <a:srgbClr val="FFFFFF"/>
                </a:solidFill>
                <a:latin typeface="Tajawal"/>
                <a:ea typeface="Tajawal"/>
                <a:cs typeface="Tajawal"/>
                <a:sym typeface="Tajawal"/>
              </a:rPr>
              <a:t>خريطة</a:t>
            </a:r>
            <a:r>
              <a:rPr lang="en" sz="2000" b="1">
                <a:solidFill>
                  <a:srgbClr val="FFFFFF"/>
                </a:solidFill>
                <a:latin typeface="Tajawal"/>
                <a:ea typeface="Tajawal"/>
                <a:cs typeface="Tajawal"/>
                <a:sym typeface="Tajawal"/>
              </a:rPr>
              <a:t> </a:t>
            </a:r>
            <a:r>
              <a:rPr lang="en" sz="2000" b="1" err="1">
                <a:solidFill>
                  <a:srgbClr val="FFFFFF"/>
                </a:solidFill>
                <a:latin typeface="Tajawal"/>
                <a:ea typeface="Tajawal"/>
                <a:cs typeface="Tajawal"/>
                <a:sym typeface="Tajawal"/>
              </a:rPr>
              <a:t>التعاطف</a:t>
            </a:r>
            <a:r>
              <a:rPr lang="en" sz="2000" b="1">
                <a:solidFill>
                  <a:srgbClr val="FFFFFF"/>
                </a:solidFill>
                <a:latin typeface="Tajawal"/>
                <a:ea typeface="Tajawal"/>
                <a:cs typeface="Tajawal"/>
                <a:sym typeface="Tajawal"/>
              </a:rPr>
              <a:t> </a:t>
            </a:r>
            <a:r>
              <a:rPr lang="en" sz="2000" b="1" err="1">
                <a:solidFill>
                  <a:srgbClr val="FFFFFF"/>
                </a:solidFill>
                <a:latin typeface="Tajawal"/>
                <a:ea typeface="Tajawal"/>
                <a:cs typeface="Tajawal"/>
                <a:sym typeface="Tajawal"/>
              </a:rPr>
              <a:t>مع</a:t>
            </a:r>
            <a:r>
              <a:rPr lang="en" sz="2000" b="1">
                <a:solidFill>
                  <a:srgbClr val="FFFFFF"/>
                </a:solidFill>
                <a:latin typeface="Tajawal"/>
                <a:ea typeface="Tajawal"/>
                <a:cs typeface="Tajawal"/>
                <a:sym typeface="Tajawal"/>
              </a:rPr>
              <a:t> </a:t>
            </a:r>
            <a:r>
              <a:rPr lang="en" sz="2000" b="1" err="1">
                <a:solidFill>
                  <a:srgbClr val="FFFFFF"/>
                </a:solidFill>
                <a:latin typeface="Tajawal"/>
                <a:ea typeface="Tajawal"/>
                <a:cs typeface="Tajawal"/>
                <a:sym typeface="Tajawal"/>
              </a:rPr>
              <a:t>العميل</a:t>
            </a:r>
            <a:r>
              <a:rPr lang="en" sz="2000" b="1">
                <a:solidFill>
                  <a:srgbClr val="FFFFFF"/>
                </a:solidFill>
                <a:latin typeface="Tajawal"/>
                <a:ea typeface="Tajawal"/>
                <a:cs typeface="Tajawal"/>
                <a:sym typeface="Tajawal"/>
              </a:rPr>
              <a:t> </a:t>
            </a:r>
            <a:r>
              <a:rPr lang="en" sz="2000" b="1" err="1">
                <a:solidFill>
                  <a:srgbClr val="FFFFFF"/>
                </a:solidFill>
                <a:latin typeface="Tajawal"/>
                <a:ea typeface="Tajawal"/>
                <a:cs typeface="Tajawal"/>
                <a:sym typeface="Tajawal"/>
              </a:rPr>
              <a:t>المحتمل</a:t>
            </a:r>
            <a:endParaRPr lang="en-US" sz="2000" i="0" u="none" strike="noStrike" cap="none" err="1">
              <a:solidFill>
                <a:schemeClr val="dk1"/>
              </a:solidFill>
              <a:latin typeface="Tajawal"/>
              <a:ea typeface="Tajawal"/>
              <a:cs typeface="Tajawal"/>
            </a:endParaRPr>
          </a:p>
        </p:txBody>
      </p:sp>
      <p:sp>
        <p:nvSpPr>
          <p:cNvPr id="59" name="Google Shape;59;p2"/>
          <p:cNvSpPr txBox="1"/>
          <p:nvPr/>
        </p:nvSpPr>
        <p:spPr>
          <a:xfrm>
            <a:off x="2103349" y="678942"/>
            <a:ext cx="6583800" cy="2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r" rtl="1">
              <a:buClr>
                <a:srgbClr val="AEDB0B"/>
              </a:buClr>
              <a:buSzPts val="900"/>
            </a:pPr>
            <a:r>
              <a:rPr lang="en" sz="1000" b="0" i="1" u="none" strike="noStrike" cap="none" dirty="0" err="1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طريقة</a:t>
            </a:r>
            <a:r>
              <a:rPr lang="en" sz="1000" b="0" i="1" u="none" strike="noStrike" cap="none" dirty="0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 </a:t>
            </a:r>
            <a:r>
              <a:rPr lang="en" sz="1000" b="0" i="1" u="none" strike="noStrike" cap="none" dirty="0" err="1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منظمة</a:t>
            </a:r>
            <a:r>
              <a:rPr lang="en" sz="1000" b="0" i="1" u="none" strike="noStrike" cap="none" dirty="0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 </a:t>
            </a:r>
            <a:r>
              <a:rPr lang="en" sz="1000" b="0" i="1" u="none" strike="noStrike" cap="none" dirty="0" err="1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لتفكيك</a:t>
            </a:r>
            <a:r>
              <a:rPr lang="en" sz="1000" b="0" i="1" u="none" strike="noStrike" cap="none" dirty="0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 </a:t>
            </a:r>
            <a:r>
              <a:rPr lang="en" sz="1000" b="0" i="1" u="none" strike="noStrike" cap="none" dirty="0" err="1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ما</a:t>
            </a:r>
            <a:r>
              <a:rPr lang="en" sz="1000" b="0" i="1" u="none" strike="noStrike" cap="none" dirty="0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 </a:t>
            </a:r>
            <a:r>
              <a:rPr lang="en" sz="1000" b="0" i="1" u="none" strike="noStrike" cap="none" dirty="0" err="1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يعيشه</a:t>
            </a:r>
            <a:r>
              <a:rPr lang="en" sz="1000" b="0" i="1" u="none" strike="noStrike" cap="none" dirty="0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 </a:t>
            </a:r>
            <a:r>
              <a:rPr lang="en" sz="1000" i="1" dirty="0" err="1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المستخدم</a:t>
            </a:r>
            <a:r>
              <a:rPr lang="en" sz="1000" b="0" i="1" u="none" strike="noStrike" cap="none" dirty="0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 </a:t>
            </a:r>
            <a:r>
              <a:rPr lang="en" sz="1000" b="0" i="1" u="none" strike="noStrike" cap="none" dirty="0" err="1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فعلاً</a:t>
            </a:r>
            <a:r>
              <a:rPr lang="en" sz="1000" i="1" dirty="0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              </a:t>
            </a:r>
            <a:r>
              <a:rPr lang="en" sz="1000" b="1" i="1" dirty="0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 Customer 1 — </a:t>
            </a:r>
            <a:r>
              <a:rPr lang="en" sz="1000" b="1" i="1" dirty="0" err="1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أمل</a:t>
            </a:r>
            <a:r>
              <a:rPr lang="en" sz="1000" b="1" i="1" dirty="0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، 29 </a:t>
            </a:r>
            <a:r>
              <a:rPr lang="en" sz="1000" b="1" i="1" dirty="0" err="1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سنة</a:t>
            </a:r>
            <a:r>
              <a:rPr lang="en" sz="1000" b="1" i="1" dirty="0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، </a:t>
            </a:r>
            <a:r>
              <a:rPr lang="en" sz="1000" b="1" i="1" dirty="0" err="1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حامل</a:t>
            </a:r>
            <a:endParaRPr lang="en-US" sz="1000" b="1" u="none" strike="noStrike" cap="none" dirty="0" err="1">
              <a:solidFill>
                <a:schemeClr val="dk1"/>
              </a:solidFill>
              <a:latin typeface="Tajawal"/>
              <a:ea typeface="Tajawal"/>
              <a:cs typeface="Tajawal"/>
            </a:endParaRPr>
          </a:p>
        </p:txBody>
      </p:sp>
      <p:cxnSp>
        <p:nvCxnSpPr>
          <p:cNvPr id="60" name="Google Shape;60;p2"/>
          <p:cNvCxnSpPr/>
          <p:nvPr/>
        </p:nvCxnSpPr>
        <p:spPr>
          <a:xfrm>
            <a:off x="457429" y="974400"/>
            <a:ext cx="8229600" cy="0"/>
          </a:xfrm>
          <a:prstGeom prst="straightConnector1">
            <a:avLst/>
          </a:prstGeom>
          <a:noFill/>
          <a:ln w="9525" cap="flat" cmpd="sng">
            <a:solidFill>
              <a:srgbClr val="AEDB0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1" name="Google Shape;61;p2"/>
          <p:cNvSpPr/>
          <p:nvPr/>
        </p:nvSpPr>
        <p:spPr>
          <a:xfrm>
            <a:off x="6044413" y="1165860"/>
            <a:ext cx="2642700" cy="1275600"/>
          </a:xfrm>
          <a:prstGeom prst="roundRect">
            <a:avLst>
              <a:gd name="adj" fmla="val 1613"/>
            </a:avLst>
          </a:prstGeom>
          <a:solidFill>
            <a:srgbClr val="0B1219"/>
          </a:solidFill>
          <a:ln w="9525" cap="flat" cmpd="sng">
            <a:solidFill>
              <a:srgbClr val="1E2C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2"/>
          <p:cNvSpPr txBox="1"/>
          <p:nvPr/>
        </p:nvSpPr>
        <p:spPr>
          <a:xfrm>
            <a:off x="6195289" y="1303020"/>
            <a:ext cx="23409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E5F8"/>
              </a:buClr>
              <a:buSzPts val="1200"/>
              <a:buFont typeface="Tajawal"/>
              <a:buNone/>
            </a:pPr>
            <a:r>
              <a:rPr lang="en" sz="1200" b="1" i="0" u="none" strike="noStrike" cap="none">
                <a:solidFill>
                  <a:srgbClr val="12E5F8"/>
                </a:solidFill>
                <a:latin typeface="Tajawal"/>
                <a:ea typeface="Tajawal"/>
                <a:cs typeface="Tajawal"/>
                <a:sym typeface="Tajawal"/>
              </a:rPr>
              <a:t>ماذا يقول؟</a:t>
            </a:r>
            <a:endParaRPr sz="12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63" name="Google Shape;63;p2"/>
          <p:cNvSpPr txBox="1"/>
          <p:nvPr/>
        </p:nvSpPr>
        <p:spPr>
          <a:xfrm>
            <a:off x="6195289" y="1618488"/>
            <a:ext cx="23409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lang="en" sz="1100" b="1">
                <a:solidFill>
                  <a:srgbClr val="C4CDD5"/>
                </a:solidFill>
                <a:latin typeface="Tajawal"/>
                <a:cs typeface="Tajawal"/>
              </a:rPr>
              <a:t>«</a:t>
            </a:r>
            <a:r>
              <a:rPr lang="en" sz="1100" b="1" err="1">
                <a:solidFill>
                  <a:srgbClr val="C4CDD5"/>
                </a:solidFill>
                <a:latin typeface="Tajawal"/>
                <a:cs typeface="Tajawal"/>
              </a:rPr>
              <a:t>هل</a:t>
            </a:r>
            <a:r>
              <a:rPr lang="en" sz="1100" b="1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err="1">
                <a:solidFill>
                  <a:srgbClr val="C4CDD5"/>
                </a:solidFill>
                <a:latin typeface="Tajawal"/>
                <a:cs typeface="Tajawal"/>
              </a:rPr>
              <a:t>هذا</a:t>
            </a:r>
            <a:r>
              <a:rPr lang="en" sz="1100" b="1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err="1">
                <a:solidFill>
                  <a:srgbClr val="C4CDD5"/>
                </a:solidFill>
                <a:latin typeface="Tajawal"/>
                <a:cs typeface="Tajawal"/>
              </a:rPr>
              <a:t>الصداع</a:t>
            </a:r>
            <a:r>
              <a:rPr lang="en" sz="1100" b="1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err="1">
                <a:solidFill>
                  <a:srgbClr val="C4CDD5"/>
                </a:solidFill>
                <a:latin typeface="Tajawal"/>
                <a:cs typeface="Tajawal"/>
              </a:rPr>
              <a:t>والتورم</a:t>
            </a:r>
            <a:r>
              <a:rPr lang="en" sz="1100" b="1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err="1">
                <a:solidFill>
                  <a:srgbClr val="C4CDD5"/>
                </a:solidFill>
                <a:latin typeface="Tajawal"/>
                <a:cs typeface="Tajawal"/>
              </a:rPr>
              <a:t>طبيعيان</a:t>
            </a:r>
            <a:r>
              <a:rPr lang="en" sz="1100" b="1">
                <a:solidFill>
                  <a:srgbClr val="C4CDD5"/>
                </a:solidFill>
                <a:latin typeface="Tajawal"/>
                <a:cs typeface="Tajawal"/>
              </a:rPr>
              <a:t>؟» • «</a:t>
            </a:r>
            <a:r>
              <a:rPr lang="en" sz="1100" b="1" err="1">
                <a:solidFill>
                  <a:srgbClr val="C4CDD5"/>
                </a:solidFill>
                <a:latin typeface="Tajawal"/>
                <a:cs typeface="Tajawal"/>
              </a:rPr>
              <a:t>ربما</a:t>
            </a:r>
            <a:r>
              <a:rPr lang="en" sz="1100" b="1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err="1">
                <a:solidFill>
                  <a:srgbClr val="C4CDD5"/>
                </a:solidFill>
                <a:latin typeface="Tajawal"/>
                <a:cs typeface="Tajawal"/>
              </a:rPr>
              <a:t>يكون</a:t>
            </a:r>
            <a:r>
              <a:rPr lang="en" sz="1100" b="1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err="1">
                <a:solidFill>
                  <a:srgbClr val="C4CDD5"/>
                </a:solidFill>
                <a:latin typeface="Tajawal"/>
                <a:cs typeface="Tajawal"/>
              </a:rPr>
              <a:t>مجرد</a:t>
            </a:r>
            <a:r>
              <a:rPr lang="en" sz="1100" b="1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err="1">
                <a:solidFill>
                  <a:srgbClr val="C4CDD5"/>
                </a:solidFill>
                <a:latin typeface="Tajawal"/>
                <a:cs typeface="Tajawal"/>
              </a:rPr>
              <a:t>إرهاق</a:t>
            </a:r>
            <a:r>
              <a:rPr lang="en" sz="1100" b="1">
                <a:solidFill>
                  <a:srgbClr val="C4CDD5"/>
                </a:solidFill>
                <a:latin typeface="Tajawal"/>
                <a:cs typeface="Tajawal"/>
              </a:rPr>
              <a:t>.» • «</a:t>
            </a:r>
            <a:r>
              <a:rPr lang="en" sz="1100" b="1" err="1">
                <a:solidFill>
                  <a:srgbClr val="C4CDD5"/>
                </a:solidFill>
                <a:latin typeface="Tajawal"/>
                <a:cs typeface="Tajawal"/>
              </a:rPr>
              <a:t>لا</a:t>
            </a:r>
            <a:r>
              <a:rPr lang="en" sz="1100" b="1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err="1">
                <a:solidFill>
                  <a:srgbClr val="C4CDD5"/>
                </a:solidFill>
                <a:latin typeface="Tajawal"/>
                <a:cs typeface="Tajawal"/>
              </a:rPr>
              <a:t>أريد</a:t>
            </a:r>
            <a:r>
              <a:rPr lang="en" sz="1100" b="1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err="1">
                <a:solidFill>
                  <a:srgbClr val="C4CDD5"/>
                </a:solidFill>
                <a:latin typeface="Tajawal"/>
                <a:cs typeface="Tajawal"/>
              </a:rPr>
              <a:t>أن</a:t>
            </a:r>
            <a:r>
              <a:rPr lang="en" sz="1100" b="1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err="1">
                <a:solidFill>
                  <a:srgbClr val="C4CDD5"/>
                </a:solidFill>
                <a:latin typeface="Tajawal"/>
                <a:cs typeface="Tajawal"/>
              </a:rPr>
              <a:t>أبالغ</a:t>
            </a:r>
            <a:r>
              <a:rPr lang="en" sz="1100" b="1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err="1">
                <a:solidFill>
                  <a:srgbClr val="C4CDD5"/>
                </a:solidFill>
                <a:latin typeface="Tajawal"/>
                <a:cs typeface="Tajawal"/>
              </a:rPr>
              <a:t>في</a:t>
            </a:r>
            <a:r>
              <a:rPr lang="en" sz="1100" b="1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err="1">
                <a:solidFill>
                  <a:srgbClr val="C4CDD5"/>
                </a:solidFill>
                <a:latin typeface="Tajawal"/>
                <a:cs typeface="Tajawal"/>
              </a:rPr>
              <a:t>القلق</a:t>
            </a:r>
            <a:r>
              <a:rPr lang="en" sz="1100" b="1">
                <a:solidFill>
                  <a:srgbClr val="C4CDD5"/>
                </a:solidFill>
                <a:latin typeface="Tajawal"/>
                <a:cs typeface="Tajawal"/>
              </a:rPr>
              <a:t>.»</a:t>
            </a:r>
            <a:endParaRPr lang="en-US"/>
          </a:p>
        </p:txBody>
      </p:sp>
      <p:sp>
        <p:nvSpPr>
          <p:cNvPr id="64" name="Google Shape;64;p2"/>
          <p:cNvSpPr/>
          <p:nvPr/>
        </p:nvSpPr>
        <p:spPr>
          <a:xfrm>
            <a:off x="3250921" y="1165860"/>
            <a:ext cx="2642700" cy="1275600"/>
          </a:xfrm>
          <a:prstGeom prst="roundRect">
            <a:avLst>
              <a:gd name="adj" fmla="val 1613"/>
            </a:avLst>
          </a:prstGeom>
          <a:solidFill>
            <a:srgbClr val="0B1219"/>
          </a:solidFill>
          <a:ln w="9525" cap="flat" cmpd="sng">
            <a:solidFill>
              <a:srgbClr val="1E2C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2"/>
          <p:cNvSpPr txBox="1"/>
          <p:nvPr/>
        </p:nvSpPr>
        <p:spPr>
          <a:xfrm>
            <a:off x="3401797" y="1303020"/>
            <a:ext cx="23409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E5F8"/>
              </a:buClr>
              <a:buSzPts val="1200"/>
              <a:buFont typeface="Tajawal"/>
              <a:buNone/>
            </a:pPr>
            <a:r>
              <a:rPr lang="en" sz="1200" b="1" i="0" u="none" strike="noStrike" cap="none">
                <a:solidFill>
                  <a:srgbClr val="12E5F8"/>
                </a:solidFill>
                <a:latin typeface="Tajawal"/>
                <a:ea typeface="Tajawal"/>
                <a:cs typeface="Tajawal"/>
                <a:sym typeface="Tajawal"/>
              </a:rPr>
              <a:t>ماذا يفعل؟</a:t>
            </a:r>
            <a:endParaRPr sz="12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66" name="Google Shape;66;p2"/>
          <p:cNvSpPr txBox="1"/>
          <p:nvPr/>
        </p:nvSpPr>
        <p:spPr>
          <a:xfrm>
            <a:off x="3401797" y="1618488"/>
            <a:ext cx="23409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lang="en" sz="1100" b="1" err="1">
                <a:solidFill>
                  <a:srgbClr val="C4CDD5"/>
                </a:solidFill>
                <a:latin typeface="Tajawal"/>
                <a:cs typeface="Tajawal"/>
              </a:rPr>
              <a:t>تسأل</a:t>
            </a:r>
            <a:r>
              <a:rPr lang="en" sz="1100" b="1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err="1">
                <a:solidFill>
                  <a:srgbClr val="C4CDD5"/>
                </a:solidFill>
                <a:latin typeface="Tajawal"/>
                <a:cs typeface="Tajawal"/>
              </a:rPr>
              <a:t>أختها</a:t>
            </a:r>
            <a:r>
              <a:rPr lang="en" sz="1100" b="1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err="1">
                <a:solidFill>
                  <a:srgbClr val="C4CDD5"/>
                </a:solidFill>
                <a:latin typeface="Tajawal"/>
                <a:cs typeface="Tajawal"/>
              </a:rPr>
              <a:t>ذات</a:t>
            </a:r>
            <a:r>
              <a:rPr lang="en" sz="1100" b="1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err="1">
                <a:solidFill>
                  <a:srgbClr val="C4CDD5"/>
                </a:solidFill>
                <a:latin typeface="Tajawal"/>
                <a:cs typeface="Tajawal"/>
              </a:rPr>
              <a:t>الخبرة</a:t>
            </a:r>
            <a:r>
              <a:rPr lang="en" sz="1100" b="1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err="1">
                <a:solidFill>
                  <a:srgbClr val="C4CDD5"/>
                </a:solidFill>
                <a:latin typeface="Tajawal"/>
                <a:cs typeface="Tajawal"/>
              </a:rPr>
              <a:t>أولًا</a:t>
            </a:r>
            <a:r>
              <a:rPr lang="en" sz="1100" b="1">
                <a:solidFill>
                  <a:srgbClr val="C4CDD5"/>
                </a:solidFill>
                <a:latin typeface="Tajawal"/>
                <a:cs typeface="Tajawal"/>
              </a:rPr>
              <a:t> • </a:t>
            </a:r>
            <a:r>
              <a:rPr lang="en" sz="1100" b="1" err="1">
                <a:solidFill>
                  <a:srgbClr val="C4CDD5"/>
                </a:solidFill>
                <a:latin typeface="Tajawal"/>
                <a:cs typeface="Tajawal"/>
              </a:rPr>
              <a:t>تستريح</a:t>
            </a:r>
            <a:r>
              <a:rPr lang="en" sz="1100" b="1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err="1">
                <a:solidFill>
                  <a:srgbClr val="C4CDD5"/>
                </a:solidFill>
                <a:latin typeface="Tajawal"/>
                <a:cs typeface="Tajawal"/>
              </a:rPr>
              <a:t>وتنتظر</a:t>
            </a:r>
            <a:r>
              <a:rPr lang="en" sz="1100" b="1">
                <a:solidFill>
                  <a:srgbClr val="C4CDD5"/>
                </a:solidFill>
                <a:latin typeface="Tajawal"/>
                <a:cs typeface="Tajawal"/>
              </a:rPr>
              <a:t> • </a:t>
            </a:r>
            <a:r>
              <a:rPr lang="en" sz="1100" b="1" err="1">
                <a:solidFill>
                  <a:srgbClr val="C4CDD5"/>
                </a:solidFill>
                <a:latin typeface="Tajawal"/>
                <a:cs typeface="Tajawal"/>
              </a:rPr>
              <a:t>تؤجل</a:t>
            </a:r>
            <a:r>
              <a:rPr lang="en" sz="1100" b="1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err="1">
                <a:solidFill>
                  <a:srgbClr val="C4CDD5"/>
                </a:solidFill>
                <a:latin typeface="Tajawal"/>
                <a:cs typeface="Tajawal"/>
              </a:rPr>
              <a:t>التواصل</a:t>
            </a:r>
            <a:r>
              <a:rPr lang="en" sz="1100" b="1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err="1">
                <a:solidFill>
                  <a:srgbClr val="C4CDD5"/>
                </a:solidFill>
                <a:latin typeface="Tajawal"/>
                <a:cs typeface="Tajawal"/>
              </a:rPr>
              <a:t>مع</a:t>
            </a:r>
            <a:r>
              <a:rPr lang="en" sz="1100" b="1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err="1">
                <a:solidFill>
                  <a:srgbClr val="C4CDD5"/>
                </a:solidFill>
                <a:latin typeface="Tajawal"/>
                <a:cs typeface="Tajawal"/>
              </a:rPr>
              <a:t>العيادة</a:t>
            </a:r>
            <a:r>
              <a:rPr lang="en" sz="1100" b="1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err="1">
                <a:solidFill>
                  <a:srgbClr val="C4CDD5"/>
                </a:solidFill>
                <a:latin typeface="Tajawal"/>
                <a:cs typeface="Tajawal"/>
              </a:rPr>
              <a:t>لصعوبة</a:t>
            </a:r>
            <a:r>
              <a:rPr lang="en" sz="1100" b="1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err="1">
                <a:solidFill>
                  <a:srgbClr val="C4CDD5"/>
                </a:solidFill>
                <a:latin typeface="Tajawal"/>
                <a:cs typeface="Tajawal"/>
              </a:rPr>
              <a:t>الحصول</a:t>
            </a:r>
            <a:r>
              <a:rPr lang="en" sz="1100" b="1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err="1">
                <a:solidFill>
                  <a:srgbClr val="C4CDD5"/>
                </a:solidFill>
                <a:latin typeface="Tajawal"/>
                <a:cs typeface="Tajawal"/>
              </a:rPr>
              <a:t>على</a:t>
            </a:r>
            <a:r>
              <a:rPr lang="en" sz="1100" b="1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err="1">
                <a:solidFill>
                  <a:srgbClr val="C4CDD5"/>
                </a:solidFill>
                <a:latin typeface="Tajawal"/>
                <a:cs typeface="Tajawal"/>
              </a:rPr>
              <a:t>موعد</a:t>
            </a:r>
            <a:r>
              <a:rPr lang="en" sz="1100" b="1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err="1">
                <a:solidFill>
                  <a:srgbClr val="C4CDD5"/>
                </a:solidFill>
                <a:latin typeface="Tajawal"/>
                <a:cs typeface="Tajawal"/>
              </a:rPr>
              <a:t>سريع</a:t>
            </a:r>
            <a:r>
              <a:rPr lang="en" sz="1100" b="1">
                <a:solidFill>
                  <a:srgbClr val="C4CDD5"/>
                </a:solidFill>
                <a:latin typeface="Tajawal"/>
                <a:cs typeface="Tajawal"/>
              </a:rPr>
              <a:t>.</a:t>
            </a:r>
            <a:endParaRPr lang="en-US"/>
          </a:p>
          <a:p>
            <a:pPr marL="0" marR="0" lvl="0" indent="0" algn="r" rtl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4CDD5"/>
              </a:buClr>
              <a:buSzPts val="900"/>
              <a:buFont typeface="Tajawal"/>
              <a:buNone/>
            </a:pPr>
            <a:endParaRPr sz="1100" b="1" i="0" u="none" strike="noStrike" cap="none">
              <a:solidFill>
                <a:srgbClr val="C4CDD5"/>
              </a:solidFill>
              <a:latin typeface="Tajawal"/>
              <a:ea typeface="Tajawal"/>
              <a:cs typeface="Tajawal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457429" y="1165860"/>
            <a:ext cx="2642700" cy="1275600"/>
          </a:xfrm>
          <a:prstGeom prst="roundRect">
            <a:avLst>
              <a:gd name="adj" fmla="val 1613"/>
            </a:avLst>
          </a:prstGeom>
          <a:solidFill>
            <a:srgbClr val="0B1219"/>
          </a:solidFill>
          <a:ln w="9525" cap="flat" cmpd="sng">
            <a:solidFill>
              <a:srgbClr val="1E2C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2"/>
          <p:cNvSpPr txBox="1"/>
          <p:nvPr/>
        </p:nvSpPr>
        <p:spPr>
          <a:xfrm>
            <a:off x="608305" y="1303020"/>
            <a:ext cx="23409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E5F8"/>
              </a:buClr>
              <a:buSzPts val="1200"/>
              <a:buFont typeface="Tajawal"/>
              <a:buNone/>
            </a:pPr>
            <a:r>
              <a:rPr lang="en" sz="1200" b="1" i="0" u="none" strike="noStrike" cap="none">
                <a:solidFill>
                  <a:srgbClr val="12E5F8"/>
                </a:solidFill>
                <a:latin typeface="Tajawal"/>
                <a:ea typeface="Tajawal"/>
                <a:cs typeface="Tajawal"/>
                <a:sym typeface="Tajawal"/>
              </a:rPr>
              <a:t>ماذا يفكّر؟</a:t>
            </a:r>
            <a:endParaRPr sz="12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69" name="Google Shape;69;p2"/>
          <p:cNvSpPr txBox="1"/>
          <p:nvPr/>
        </p:nvSpPr>
        <p:spPr>
          <a:xfrm>
            <a:off x="645415" y="1559112"/>
            <a:ext cx="2303790" cy="74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lang="en-US" sz="1100" b="1">
                <a:solidFill>
                  <a:srgbClr val="C4CDD5"/>
                </a:solidFill>
                <a:latin typeface="Tajawal"/>
                <a:cs typeface="Tajawal"/>
              </a:rPr>
              <a:t> «</a:t>
            </a:r>
            <a:r>
              <a:rPr lang="en-US" sz="1100" b="1" err="1">
                <a:solidFill>
                  <a:srgbClr val="C4CDD5"/>
                </a:solidFill>
                <a:latin typeface="Tajawal"/>
                <a:cs typeface="Tajawal"/>
              </a:rPr>
              <a:t>هل</a:t>
            </a:r>
            <a:r>
              <a:rPr lang="en-US" sz="1100" b="1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-US" sz="1100" b="1" err="1">
                <a:solidFill>
                  <a:srgbClr val="C4CDD5"/>
                </a:solidFill>
                <a:latin typeface="Tajawal"/>
                <a:cs typeface="Tajawal"/>
              </a:rPr>
              <a:t>هذه</a:t>
            </a:r>
            <a:r>
              <a:rPr lang="en-US" sz="1100" b="1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-US" sz="1100" b="1" err="1">
                <a:solidFill>
                  <a:srgbClr val="C4CDD5"/>
                </a:solidFill>
                <a:latin typeface="Tajawal"/>
                <a:cs typeface="Tajawal"/>
              </a:rPr>
              <a:t>أعراض</a:t>
            </a:r>
            <a:r>
              <a:rPr lang="en-US" sz="1100" b="1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-US" sz="1100" b="1" err="1">
                <a:solidFill>
                  <a:srgbClr val="C4CDD5"/>
                </a:solidFill>
                <a:latin typeface="Tajawal"/>
                <a:cs typeface="Tajawal"/>
              </a:rPr>
              <a:t>طبيعية</a:t>
            </a:r>
            <a:r>
              <a:rPr lang="en-US" sz="1100" b="1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-US" sz="1100" b="1" err="1">
                <a:solidFill>
                  <a:srgbClr val="C4CDD5"/>
                </a:solidFill>
                <a:latin typeface="Tajawal"/>
                <a:cs typeface="Tajawal"/>
              </a:rPr>
              <a:t>أم</a:t>
            </a:r>
            <a:r>
              <a:rPr lang="en-US" sz="1100" b="1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-US" sz="1100" b="1" err="1">
                <a:solidFill>
                  <a:srgbClr val="C4CDD5"/>
                </a:solidFill>
                <a:latin typeface="Tajawal"/>
                <a:cs typeface="Tajawal"/>
              </a:rPr>
              <a:t>علامة</a:t>
            </a:r>
            <a:r>
              <a:rPr lang="en-US" sz="1100" b="1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-US" sz="1100" b="1" err="1">
                <a:solidFill>
                  <a:srgbClr val="C4CDD5"/>
                </a:solidFill>
                <a:latin typeface="Tajawal"/>
                <a:cs typeface="Tajawal"/>
              </a:rPr>
              <a:t>تستدعي</a:t>
            </a:r>
            <a:r>
              <a:rPr lang="en-US" sz="1100" b="1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-US" sz="1100" b="1" err="1">
                <a:solidFill>
                  <a:srgbClr val="C4CDD5"/>
                </a:solidFill>
                <a:latin typeface="Tajawal"/>
                <a:cs typeface="Tajawal"/>
              </a:rPr>
              <a:t>الاهتمام</a:t>
            </a:r>
            <a:r>
              <a:rPr lang="en-US" sz="1100" b="1">
                <a:solidFill>
                  <a:srgbClr val="C4CDD5"/>
                </a:solidFill>
                <a:latin typeface="Tajawal"/>
                <a:cs typeface="Tajawal"/>
              </a:rPr>
              <a:t>؟» • «</a:t>
            </a:r>
            <a:r>
              <a:rPr lang="en-US" sz="1100" b="1" err="1">
                <a:solidFill>
                  <a:srgbClr val="C4CDD5"/>
                </a:solidFill>
                <a:latin typeface="Tajawal"/>
                <a:cs typeface="Tajawal"/>
              </a:rPr>
              <a:t>هل</a:t>
            </a:r>
            <a:r>
              <a:rPr lang="en-US" sz="1100" b="1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-US" sz="1100" b="1" err="1">
                <a:solidFill>
                  <a:srgbClr val="C4CDD5"/>
                </a:solidFill>
                <a:latin typeface="Tajawal"/>
                <a:cs typeface="Tajawal"/>
              </a:rPr>
              <a:t>أحتاج</a:t>
            </a:r>
            <a:r>
              <a:rPr lang="en-US" sz="1100" b="1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-US" sz="1100" b="1" err="1">
                <a:solidFill>
                  <a:srgbClr val="C4CDD5"/>
                </a:solidFill>
                <a:latin typeface="Tajawal"/>
                <a:cs typeface="Tajawal"/>
              </a:rPr>
              <a:t>إلى</a:t>
            </a:r>
            <a:r>
              <a:rPr lang="en-US" sz="1100" b="1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-US" sz="1100" b="1" err="1">
                <a:solidFill>
                  <a:srgbClr val="C4CDD5"/>
                </a:solidFill>
                <a:latin typeface="Tajawal"/>
                <a:cs typeface="Tajawal"/>
              </a:rPr>
              <a:t>طبيب</a:t>
            </a:r>
            <a:r>
              <a:rPr lang="en-US" sz="1100" b="1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-US" sz="1100" b="1" err="1">
                <a:solidFill>
                  <a:srgbClr val="C4CDD5"/>
                </a:solidFill>
                <a:latin typeface="Tajawal"/>
                <a:cs typeface="Tajawal"/>
              </a:rPr>
              <a:t>أم</a:t>
            </a:r>
            <a:r>
              <a:rPr lang="en-US" sz="1100" b="1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-US" sz="1100" b="1" err="1">
                <a:solidFill>
                  <a:srgbClr val="C4CDD5"/>
                </a:solidFill>
                <a:latin typeface="Tajawal"/>
                <a:cs typeface="Tajawal"/>
              </a:rPr>
              <a:t>يمكنني</a:t>
            </a:r>
            <a:r>
              <a:rPr lang="en-US" sz="1100" b="1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-US" sz="1100" b="1" err="1">
                <a:solidFill>
                  <a:srgbClr val="C4CDD5"/>
                </a:solidFill>
                <a:latin typeface="Tajawal"/>
                <a:cs typeface="Tajawal"/>
              </a:rPr>
              <a:t>الانتظار</a:t>
            </a:r>
            <a:r>
              <a:rPr lang="en-US" sz="1100" b="1">
                <a:solidFill>
                  <a:srgbClr val="C4CDD5"/>
                </a:solidFill>
                <a:latin typeface="Tajawal"/>
                <a:cs typeface="Tajawal"/>
              </a:rPr>
              <a:t>؟»</a:t>
            </a:r>
            <a:endParaRPr lang="en-US"/>
          </a:p>
          <a:p>
            <a:pPr marL="0" marR="0" lvl="0" indent="0" algn="r" rtl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900"/>
              <a:buFont typeface="Tajawal"/>
              <a:buNone/>
            </a:pPr>
            <a:endParaRPr lang="en-US" sz="1100" b="1" i="0" u="none" strike="noStrike" cap="none">
              <a:solidFill>
                <a:srgbClr val="C4CDD5"/>
              </a:solidFill>
              <a:latin typeface="Tajawal"/>
              <a:ea typeface="Tajawal"/>
              <a:cs typeface="Tajawal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6044413" y="2606040"/>
            <a:ext cx="2642700" cy="1275600"/>
          </a:xfrm>
          <a:prstGeom prst="roundRect">
            <a:avLst>
              <a:gd name="adj" fmla="val 1613"/>
            </a:avLst>
          </a:prstGeom>
          <a:solidFill>
            <a:srgbClr val="0B1219"/>
          </a:solidFill>
          <a:ln w="9525" cap="flat" cmpd="sng">
            <a:solidFill>
              <a:srgbClr val="1E2C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2"/>
          <p:cNvSpPr txBox="1"/>
          <p:nvPr/>
        </p:nvSpPr>
        <p:spPr>
          <a:xfrm>
            <a:off x="6195289" y="2743200"/>
            <a:ext cx="23409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E5F8"/>
              </a:buClr>
              <a:buSzPts val="1200"/>
              <a:buFont typeface="Tajawal"/>
              <a:buNone/>
            </a:pPr>
            <a:r>
              <a:rPr lang="en" sz="1200" b="1" i="0" u="none" strike="noStrike" cap="none">
                <a:solidFill>
                  <a:srgbClr val="12E5F8"/>
                </a:solidFill>
                <a:latin typeface="Tajawal"/>
                <a:ea typeface="Tajawal"/>
                <a:cs typeface="Tajawal"/>
                <a:sym typeface="Tajawal"/>
              </a:rPr>
              <a:t>ماذا يشعر؟</a:t>
            </a:r>
            <a:endParaRPr sz="12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2" name="Google Shape;72;p2"/>
          <p:cNvSpPr txBox="1"/>
          <p:nvPr/>
        </p:nvSpPr>
        <p:spPr>
          <a:xfrm>
            <a:off x="6195289" y="3058668"/>
            <a:ext cx="23409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lang="en-US" sz="1100" b="1" err="1">
                <a:solidFill>
                  <a:srgbClr val="C4CDD5"/>
                </a:solidFill>
                <a:latin typeface="Tajawal"/>
                <a:cs typeface="Tajawal"/>
              </a:rPr>
              <a:t>الحيرة</a:t>
            </a:r>
            <a:r>
              <a:rPr lang="en-US" sz="1100" b="1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-US" sz="1100" b="1" err="1">
                <a:solidFill>
                  <a:srgbClr val="C4CDD5"/>
                </a:solidFill>
                <a:latin typeface="Tajawal"/>
                <a:cs typeface="Tajawal"/>
              </a:rPr>
              <a:t>وعدم</a:t>
            </a:r>
            <a:r>
              <a:rPr lang="en-US" sz="1100" b="1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-US" sz="1100" b="1" err="1">
                <a:solidFill>
                  <a:srgbClr val="C4CDD5"/>
                </a:solidFill>
                <a:latin typeface="Tajawal"/>
                <a:cs typeface="Tajawal"/>
              </a:rPr>
              <a:t>اليقين</a:t>
            </a:r>
            <a:r>
              <a:rPr lang="en-US" sz="1100" b="1">
                <a:solidFill>
                  <a:srgbClr val="C4CDD5"/>
                </a:solidFill>
                <a:latin typeface="Tajawal"/>
                <a:cs typeface="Tajawal"/>
              </a:rPr>
              <a:t> • </a:t>
            </a:r>
            <a:r>
              <a:rPr lang="en-US" sz="1100" b="1" err="1">
                <a:solidFill>
                  <a:srgbClr val="C4CDD5"/>
                </a:solidFill>
                <a:latin typeface="Tajawal"/>
                <a:cs typeface="Tajawal"/>
              </a:rPr>
              <a:t>القلق</a:t>
            </a:r>
            <a:r>
              <a:rPr lang="en-US" sz="1100" b="1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-US" sz="1100" b="1" err="1">
                <a:solidFill>
                  <a:srgbClr val="C4CDD5"/>
                </a:solidFill>
                <a:latin typeface="Tajawal"/>
                <a:cs typeface="Tajawal"/>
              </a:rPr>
              <a:t>من</a:t>
            </a:r>
            <a:r>
              <a:rPr lang="en-US" sz="1100" b="1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-US" sz="1100" b="1" err="1">
                <a:solidFill>
                  <a:srgbClr val="C4CDD5"/>
                </a:solidFill>
                <a:latin typeface="Tajawal"/>
                <a:cs typeface="Tajawal"/>
              </a:rPr>
              <a:t>أن</a:t>
            </a:r>
            <a:r>
              <a:rPr lang="en-US" sz="1100" b="1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-US" sz="1100" b="1" err="1">
                <a:solidFill>
                  <a:srgbClr val="C4CDD5"/>
                </a:solidFill>
                <a:latin typeface="Tajawal"/>
                <a:cs typeface="Tajawal"/>
              </a:rPr>
              <a:t>تكون</a:t>
            </a:r>
            <a:r>
              <a:rPr lang="en-US" sz="1100" b="1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-US" sz="1100" b="1" err="1">
                <a:solidFill>
                  <a:srgbClr val="C4CDD5"/>
                </a:solidFill>
                <a:latin typeface="Tajawal"/>
                <a:cs typeface="Tajawal"/>
              </a:rPr>
              <a:t>الأعراض</a:t>
            </a:r>
            <a:r>
              <a:rPr lang="en-US" sz="1100" b="1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-US" sz="1100" b="1" err="1">
                <a:solidFill>
                  <a:srgbClr val="C4CDD5"/>
                </a:solidFill>
                <a:latin typeface="Tajawal"/>
                <a:cs typeface="Tajawal"/>
              </a:rPr>
              <a:t>مهمة</a:t>
            </a:r>
            <a:r>
              <a:rPr lang="en-US" sz="1100" b="1">
                <a:solidFill>
                  <a:srgbClr val="C4CDD5"/>
                </a:solidFill>
                <a:latin typeface="Tajawal"/>
                <a:cs typeface="Tajawal"/>
              </a:rPr>
              <a:t> • </a:t>
            </a:r>
            <a:r>
              <a:rPr lang="en-US" sz="1100" b="1" err="1">
                <a:solidFill>
                  <a:srgbClr val="C4CDD5"/>
                </a:solidFill>
                <a:latin typeface="Tajawal"/>
                <a:cs typeface="Tajawal"/>
              </a:rPr>
              <a:t>التردد</a:t>
            </a:r>
            <a:r>
              <a:rPr lang="en-US" sz="1100" b="1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-US" sz="1100" b="1" err="1">
                <a:solidFill>
                  <a:srgbClr val="C4CDD5"/>
                </a:solidFill>
                <a:latin typeface="Tajawal"/>
                <a:cs typeface="Tajawal"/>
              </a:rPr>
              <a:t>في</a:t>
            </a:r>
            <a:r>
              <a:rPr lang="en-US" sz="1100" b="1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-US" sz="1100" b="1" err="1">
                <a:solidFill>
                  <a:srgbClr val="C4CDD5"/>
                </a:solidFill>
                <a:latin typeface="Tajawal"/>
                <a:cs typeface="Tajawal"/>
              </a:rPr>
              <a:t>طلب</a:t>
            </a:r>
            <a:r>
              <a:rPr lang="en-US" sz="1100" b="1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-US" sz="1100" b="1" err="1">
                <a:solidFill>
                  <a:srgbClr val="C4CDD5"/>
                </a:solidFill>
                <a:latin typeface="Tajawal"/>
                <a:cs typeface="Tajawal"/>
              </a:rPr>
              <a:t>المساعدة</a:t>
            </a:r>
            <a:r>
              <a:rPr lang="en-US" sz="1100" b="1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-US" sz="1100" b="1" err="1">
                <a:solidFill>
                  <a:srgbClr val="C4CDD5"/>
                </a:solidFill>
                <a:latin typeface="Tajawal"/>
                <a:cs typeface="Tajawal"/>
              </a:rPr>
              <a:t>دون</a:t>
            </a:r>
            <a:r>
              <a:rPr lang="en-US" sz="1100" b="1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-US" sz="1100" b="1" err="1">
                <a:solidFill>
                  <a:srgbClr val="C4CDD5"/>
                </a:solidFill>
                <a:latin typeface="Tajawal"/>
                <a:cs typeface="Tajawal"/>
              </a:rPr>
              <a:t>سبب</a:t>
            </a:r>
            <a:r>
              <a:rPr lang="en-US" sz="1100" b="1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-US" sz="1100" b="1" err="1">
                <a:solidFill>
                  <a:srgbClr val="C4CDD5"/>
                </a:solidFill>
                <a:latin typeface="Tajawal"/>
                <a:cs typeface="Tajawal"/>
              </a:rPr>
              <a:t>واضح</a:t>
            </a:r>
            <a:r>
              <a:rPr lang="en-US" sz="1100" b="1">
                <a:solidFill>
                  <a:srgbClr val="C4CDD5"/>
                </a:solidFill>
                <a:latin typeface="Tajawal"/>
                <a:cs typeface="Tajawal"/>
              </a:rPr>
              <a:t>.</a:t>
            </a:r>
            <a:endParaRPr lang="en-US"/>
          </a:p>
        </p:txBody>
      </p:sp>
      <p:sp>
        <p:nvSpPr>
          <p:cNvPr id="73" name="Google Shape;73;p2"/>
          <p:cNvSpPr/>
          <p:nvPr/>
        </p:nvSpPr>
        <p:spPr>
          <a:xfrm>
            <a:off x="3250921" y="2606040"/>
            <a:ext cx="2642700" cy="1275600"/>
          </a:xfrm>
          <a:prstGeom prst="roundRect">
            <a:avLst>
              <a:gd name="adj" fmla="val 1613"/>
            </a:avLst>
          </a:prstGeom>
          <a:solidFill>
            <a:srgbClr val="10202F"/>
          </a:solidFill>
          <a:ln w="9525" cap="flat" cmpd="sng">
            <a:solidFill>
              <a:srgbClr val="AEDB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2"/>
          <p:cNvSpPr txBox="1"/>
          <p:nvPr/>
        </p:nvSpPr>
        <p:spPr>
          <a:xfrm>
            <a:off x="3401797" y="2743200"/>
            <a:ext cx="23409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DB0B"/>
              </a:buClr>
              <a:buSzPts val="1200"/>
              <a:buFont typeface="Tajawal"/>
              <a:buNone/>
            </a:pPr>
            <a:r>
              <a:rPr lang="en" sz="1200" b="1" i="0" u="none" strike="noStrike" cap="none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الآلام</a:t>
            </a:r>
            <a:endParaRPr sz="12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5" name="Google Shape;75;p2"/>
          <p:cNvSpPr txBox="1"/>
          <p:nvPr/>
        </p:nvSpPr>
        <p:spPr>
          <a:xfrm>
            <a:off x="3245934" y="2999292"/>
            <a:ext cx="2511608" cy="74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lang="en-US" sz="900" b="1" dirty="0" err="1">
                <a:solidFill>
                  <a:srgbClr val="FFFFFF"/>
                </a:solidFill>
                <a:latin typeface="Tajawal"/>
                <a:cs typeface="Tajawal"/>
              </a:rPr>
              <a:t>صعوبة</a:t>
            </a:r>
            <a:r>
              <a:rPr lang="en-US" sz="9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-US" sz="900" b="1" dirty="0" err="1">
                <a:solidFill>
                  <a:srgbClr val="FFFFFF"/>
                </a:solidFill>
                <a:latin typeface="Tajawal"/>
                <a:cs typeface="Tajawal"/>
              </a:rPr>
              <a:t>التمييز</a:t>
            </a:r>
            <a:r>
              <a:rPr lang="en-US" sz="9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-US" sz="900" b="1" dirty="0" err="1">
                <a:solidFill>
                  <a:srgbClr val="FFFFFF"/>
                </a:solidFill>
                <a:latin typeface="Tajawal"/>
                <a:cs typeface="Tajawal"/>
              </a:rPr>
              <a:t>بين</a:t>
            </a:r>
            <a:r>
              <a:rPr lang="en-US" sz="9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-US" sz="900" b="1" dirty="0" err="1">
                <a:solidFill>
                  <a:srgbClr val="FFFFFF"/>
                </a:solidFill>
                <a:latin typeface="Tajawal"/>
                <a:cs typeface="Tajawal"/>
              </a:rPr>
              <a:t>أعراض</a:t>
            </a:r>
            <a:r>
              <a:rPr lang="en-US" sz="9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-US" sz="900" b="1" dirty="0" err="1">
                <a:solidFill>
                  <a:srgbClr val="FFFFFF"/>
                </a:solidFill>
                <a:latin typeface="Tajawal"/>
                <a:cs typeface="Tajawal"/>
              </a:rPr>
              <a:t>الحمل</a:t>
            </a:r>
            <a:r>
              <a:rPr lang="en-US" sz="9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-US" sz="900" b="1" dirty="0" err="1">
                <a:solidFill>
                  <a:srgbClr val="FFFFFF"/>
                </a:solidFill>
                <a:latin typeface="Tajawal"/>
                <a:cs typeface="Tajawal"/>
              </a:rPr>
              <a:t>الطبيعية</a:t>
            </a:r>
            <a:r>
              <a:rPr lang="en-US" sz="9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-US" sz="900" b="1" dirty="0" err="1">
                <a:solidFill>
                  <a:srgbClr val="FFFFFF"/>
                </a:solidFill>
                <a:latin typeface="Tajawal"/>
                <a:cs typeface="Tajawal"/>
              </a:rPr>
              <a:t>وعلامات</a:t>
            </a:r>
            <a:r>
              <a:rPr lang="en-US" sz="9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-US" sz="900" b="1" dirty="0" err="1">
                <a:solidFill>
                  <a:srgbClr val="FFFFFF"/>
                </a:solidFill>
                <a:latin typeface="Tajawal"/>
                <a:cs typeface="Tajawal"/>
              </a:rPr>
              <a:t>الخطر</a:t>
            </a:r>
            <a:r>
              <a:rPr lang="en-US" sz="900" b="1" dirty="0">
                <a:solidFill>
                  <a:srgbClr val="FFFFFF"/>
                </a:solidFill>
                <a:latin typeface="Tajawal"/>
                <a:cs typeface="Tajawal"/>
              </a:rPr>
              <a:t> • </a:t>
            </a:r>
            <a:r>
              <a:rPr lang="en-US" sz="900" b="1" dirty="0" err="1">
                <a:solidFill>
                  <a:srgbClr val="FFFFFF"/>
                </a:solidFill>
                <a:latin typeface="Tajawal"/>
                <a:cs typeface="Tajawal"/>
              </a:rPr>
              <a:t>الاعتماد</a:t>
            </a:r>
            <a:r>
              <a:rPr lang="en-US" sz="9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-US" sz="900" b="1" dirty="0" err="1">
                <a:solidFill>
                  <a:srgbClr val="FFFFFF"/>
                </a:solidFill>
                <a:latin typeface="Tajawal"/>
                <a:cs typeface="Tajawal"/>
              </a:rPr>
              <a:t>على</a:t>
            </a:r>
            <a:r>
              <a:rPr lang="en-US" sz="9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-US" sz="900" b="1" dirty="0" err="1">
                <a:solidFill>
                  <a:srgbClr val="FFFFFF"/>
                </a:solidFill>
                <a:latin typeface="Tajawal"/>
                <a:cs typeface="Tajawal"/>
              </a:rPr>
              <a:t>خبرة</a:t>
            </a:r>
            <a:r>
              <a:rPr lang="en-US" sz="9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-US" sz="900" b="1" dirty="0" err="1">
                <a:solidFill>
                  <a:srgbClr val="FFFFFF"/>
                </a:solidFill>
                <a:latin typeface="Tajawal"/>
                <a:cs typeface="Tajawal"/>
              </a:rPr>
              <a:t>الأسرة</a:t>
            </a:r>
            <a:r>
              <a:rPr lang="en-US" sz="900" b="1" dirty="0">
                <a:solidFill>
                  <a:srgbClr val="FFFFFF"/>
                </a:solidFill>
                <a:latin typeface="Tajawal"/>
                <a:cs typeface="Tajawal"/>
              </a:rPr>
              <a:t> • </a:t>
            </a:r>
            <a:r>
              <a:rPr lang="en-US" sz="900" b="1" dirty="0" err="1">
                <a:solidFill>
                  <a:srgbClr val="FFFFFF"/>
                </a:solidFill>
                <a:latin typeface="Tajawal"/>
                <a:cs typeface="Tajawal"/>
              </a:rPr>
              <a:t>صعوبة</a:t>
            </a:r>
            <a:r>
              <a:rPr lang="en-US" sz="9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-US" sz="900" b="1" dirty="0" err="1">
                <a:solidFill>
                  <a:srgbClr val="FFFFFF"/>
                </a:solidFill>
                <a:latin typeface="Tajawal"/>
                <a:cs typeface="Tajawal"/>
              </a:rPr>
              <a:t>الحصول</a:t>
            </a:r>
            <a:r>
              <a:rPr lang="en-US" sz="9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-US" sz="900" b="1" dirty="0" err="1">
                <a:solidFill>
                  <a:srgbClr val="FFFFFF"/>
                </a:solidFill>
                <a:latin typeface="Tajawal"/>
                <a:cs typeface="Tajawal"/>
              </a:rPr>
              <a:t>على</a:t>
            </a:r>
            <a:r>
              <a:rPr lang="en-US" sz="9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-US" sz="900" b="1" dirty="0" err="1">
                <a:solidFill>
                  <a:srgbClr val="FFFFFF"/>
                </a:solidFill>
                <a:latin typeface="Tajawal"/>
                <a:cs typeface="Tajawal"/>
              </a:rPr>
              <a:t>تقييم</a:t>
            </a:r>
            <a:r>
              <a:rPr lang="en-US" sz="9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-US" sz="900" b="1" dirty="0" err="1">
                <a:solidFill>
                  <a:srgbClr val="FFFFFF"/>
                </a:solidFill>
                <a:latin typeface="Tajawal"/>
                <a:cs typeface="Tajawal"/>
              </a:rPr>
              <a:t>سريع</a:t>
            </a:r>
            <a:r>
              <a:rPr lang="en-US" sz="900" b="1" dirty="0">
                <a:solidFill>
                  <a:srgbClr val="FFFFFF"/>
                </a:solidFill>
                <a:latin typeface="Tajawal"/>
                <a:cs typeface="Tajawal"/>
              </a:rPr>
              <a:t> • </a:t>
            </a:r>
            <a:r>
              <a:rPr lang="en-US" sz="900" b="1" dirty="0" err="1">
                <a:solidFill>
                  <a:srgbClr val="FFFFFF"/>
                </a:solidFill>
                <a:latin typeface="Tajawal"/>
                <a:cs typeface="Tajawal"/>
              </a:rPr>
              <a:t>تأخير</a:t>
            </a:r>
            <a:r>
              <a:rPr lang="en-US" sz="9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-US" sz="900" b="1" dirty="0" err="1">
                <a:solidFill>
                  <a:srgbClr val="FFFFFF"/>
                </a:solidFill>
                <a:latin typeface="Tajawal"/>
                <a:cs typeface="Tajawal"/>
              </a:rPr>
              <a:t>طلب</a:t>
            </a:r>
            <a:r>
              <a:rPr lang="en-US" sz="9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-US" sz="900" b="1" dirty="0" err="1">
                <a:solidFill>
                  <a:srgbClr val="FFFFFF"/>
                </a:solidFill>
                <a:latin typeface="Tajawal"/>
                <a:cs typeface="Tajawal"/>
              </a:rPr>
              <a:t>الرعاية</a:t>
            </a:r>
            <a:r>
              <a:rPr lang="en-US" sz="9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-US" sz="900" b="1" dirty="0" err="1">
                <a:solidFill>
                  <a:srgbClr val="FFFFFF"/>
                </a:solidFill>
                <a:latin typeface="Tajawal"/>
                <a:cs typeface="Tajawal"/>
              </a:rPr>
              <a:t>بسبب</a:t>
            </a:r>
            <a:r>
              <a:rPr lang="en-US" sz="9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-US" sz="900" b="1" dirty="0" err="1">
                <a:solidFill>
                  <a:srgbClr val="FFFFFF"/>
                </a:solidFill>
                <a:latin typeface="Tajawal"/>
                <a:cs typeface="Tajawal"/>
              </a:rPr>
              <a:t>عدم</a:t>
            </a:r>
            <a:r>
              <a:rPr lang="en-US" sz="9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-US" sz="900" b="1" dirty="0" err="1">
                <a:solidFill>
                  <a:srgbClr val="FFFFFF"/>
                </a:solidFill>
                <a:latin typeface="Tajawal"/>
                <a:cs typeface="Tajawal"/>
              </a:rPr>
              <a:t>وضوح</a:t>
            </a:r>
            <a:r>
              <a:rPr lang="en-US" sz="9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-US" sz="900" b="1" dirty="0" err="1">
                <a:solidFill>
                  <a:srgbClr val="FFFFFF"/>
                </a:solidFill>
                <a:latin typeface="Tajawal"/>
                <a:cs typeface="Tajawal"/>
              </a:rPr>
              <a:t>أهمية</a:t>
            </a:r>
            <a:r>
              <a:rPr lang="en-US" sz="9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-US" sz="900" b="1" dirty="0" err="1">
                <a:solidFill>
                  <a:srgbClr val="FFFFFF"/>
                </a:solidFill>
                <a:latin typeface="Tajawal"/>
                <a:cs typeface="Tajawal"/>
              </a:rPr>
              <a:t>الأعراض</a:t>
            </a:r>
            <a:endParaRPr lang="en-US" dirty="0" err="1"/>
          </a:p>
        </p:txBody>
      </p:sp>
      <p:sp>
        <p:nvSpPr>
          <p:cNvPr id="76" name="Google Shape;76;p2"/>
          <p:cNvSpPr/>
          <p:nvPr/>
        </p:nvSpPr>
        <p:spPr>
          <a:xfrm>
            <a:off x="457429" y="2606040"/>
            <a:ext cx="2642700" cy="1275600"/>
          </a:xfrm>
          <a:prstGeom prst="roundRect">
            <a:avLst>
              <a:gd name="adj" fmla="val 1613"/>
            </a:avLst>
          </a:prstGeom>
          <a:solidFill>
            <a:srgbClr val="10202F"/>
          </a:solidFill>
          <a:ln w="9525" cap="flat" cmpd="sng">
            <a:solidFill>
              <a:srgbClr val="AEDB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2"/>
          <p:cNvSpPr txBox="1"/>
          <p:nvPr/>
        </p:nvSpPr>
        <p:spPr>
          <a:xfrm>
            <a:off x="608305" y="2743200"/>
            <a:ext cx="23409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DB0B"/>
              </a:buClr>
              <a:buSzPts val="1200"/>
              <a:buFont typeface="Tajawal"/>
              <a:buNone/>
            </a:pPr>
            <a:r>
              <a:rPr lang="en" sz="1200" b="1" i="0" u="none" strike="noStrike" cap="none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المكاسب</a:t>
            </a:r>
            <a:endParaRPr sz="12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8" name="Google Shape;78;p2"/>
          <p:cNvSpPr txBox="1"/>
          <p:nvPr/>
        </p:nvSpPr>
        <p:spPr>
          <a:xfrm>
            <a:off x="459863" y="3006714"/>
            <a:ext cx="2496764" cy="485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فهم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أوضح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لأهمية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الأعراض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 •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معرفة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متى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تحتاج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إلى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تقييم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طبي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 •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دعم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شخصي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وسريع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لاتخاذ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الخطوة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المناسبة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 •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الشعور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بطمأنينة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أكبر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بدل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التخمين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.</a:t>
            </a:r>
            <a:endParaRPr lang="en-US" sz="1100" dirty="0"/>
          </a:p>
          <a:p>
            <a:pPr marL="0" marR="0" lvl="0" indent="0" algn="r" rtl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ajawal"/>
              <a:buNone/>
            </a:pPr>
            <a:endParaRPr sz="1100" b="1" i="0" u="none" strike="noStrike" cap="none">
              <a:solidFill>
                <a:srgbClr val="FFFFF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1" name="Google Shape;81;p2"/>
          <p:cNvSpPr/>
          <p:nvPr/>
        </p:nvSpPr>
        <p:spPr>
          <a:xfrm>
            <a:off x="457429" y="4539996"/>
            <a:ext cx="8229600" cy="288000"/>
          </a:xfrm>
          <a:prstGeom prst="roundRect">
            <a:avLst>
              <a:gd name="adj" fmla="val 9524"/>
            </a:avLst>
          </a:prstGeom>
          <a:solidFill>
            <a:srgbClr val="021B4E"/>
          </a:solidFill>
          <a:ln w="9525" cap="flat" cmpd="sng">
            <a:solidFill>
              <a:srgbClr val="00339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"/>
          <p:cNvSpPr txBox="1"/>
          <p:nvPr/>
        </p:nvSpPr>
        <p:spPr>
          <a:xfrm>
            <a:off x="834619" y="4539996"/>
            <a:ext cx="74751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Tajawal"/>
              <a:buNone/>
            </a:pPr>
            <a:r>
              <a:rPr lang="en" sz="1000" b="0" i="0" u="none" strike="noStrike" cap="none">
                <a:solidFill>
                  <a:srgbClr val="FFFFFF"/>
                </a:solidFill>
                <a:latin typeface="Tajawal"/>
                <a:ea typeface="Tajawal"/>
                <a:cs typeface="Tajawal"/>
                <a:sym typeface="Tajawal"/>
              </a:rPr>
              <a:t>تحدي الجامعات 2026  |  اليوم الأول — الجلسة 2: ورشة تحديد المشكلة</a:t>
            </a: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3" name="Google Shape;83;p2"/>
          <p:cNvSpPr txBox="1"/>
          <p:nvPr/>
        </p:nvSpPr>
        <p:spPr>
          <a:xfrm>
            <a:off x="539725" y="4539996"/>
            <a:ext cx="3429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DB0B"/>
              </a:buClr>
              <a:buSzPts val="800"/>
              <a:buFont typeface="Tajawal"/>
              <a:buNone/>
            </a:pPr>
            <a:r>
              <a:rPr lang="en" sz="1000" b="1" i="0" u="none" strike="noStrike" cap="none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4</a:t>
            </a: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g3fa33d35305_0_180" descr="/home/claude/w/assets/logo_dark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429" y="260604"/>
            <a:ext cx="891539" cy="304134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g3fa33d35305_0_180"/>
          <p:cNvSpPr txBox="1"/>
          <p:nvPr/>
        </p:nvSpPr>
        <p:spPr>
          <a:xfrm>
            <a:off x="457429" y="651029"/>
            <a:ext cx="1371600" cy="1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DB0B"/>
              </a:buClr>
              <a:buSzPts val="600"/>
              <a:buFont typeface="Tajawal"/>
              <a:buNone/>
            </a:pPr>
            <a:r>
              <a:rPr lang="en" sz="1000" b="0" i="0" u="none" strike="noStrike" cap="none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تحدي الجامعات 2026</a:t>
            </a: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35" name="Google Shape;135;g3fa33d35305_0_180"/>
          <p:cNvSpPr txBox="1"/>
          <p:nvPr/>
        </p:nvSpPr>
        <p:spPr>
          <a:xfrm>
            <a:off x="2103349" y="246888"/>
            <a:ext cx="6583800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ajawal"/>
              <a:buNone/>
            </a:pPr>
            <a:r>
              <a:rPr lang="en" sz="2000" b="1">
                <a:solidFill>
                  <a:srgbClr val="FFFFFF"/>
                </a:solidFill>
                <a:latin typeface="Tajawal"/>
                <a:ea typeface="Tajawal"/>
                <a:cs typeface="Tajawal"/>
                <a:sym typeface="Tajawal"/>
              </a:rPr>
              <a:t>تطبيق </a:t>
            </a:r>
            <a:r>
              <a:rPr lang="en" sz="2000" b="1" i="0" u="none" strike="noStrike" cap="none">
                <a:solidFill>
                  <a:srgbClr val="FFFFFF"/>
                </a:solidFill>
                <a:latin typeface="Tajawal"/>
                <a:ea typeface="Tajawal"/>
                <a:cs typeface="Tajawal"/>
                <a:sym typeface="Tajawal"/>
              </a:rPr>
              <a:t>ترتيب ألام العميل</a:t>
            </a:r>
            <a:endParaRPr sz="2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36" name="Google Shape;136;g3fa33d35305_0_180"/>
          <p:cNvSpPr txBox="1"/>
          <p:nvPr/>
        </p:nvSpPr>
        <p:spPr>
          <a:xfrm>
            <a:off x="2103349" y="678942"/>
            <a:ext cx="6583800" cy="2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DB0B"/>
              </a:buClr>
              <a:buSzPts val="900"/>
              <a:buFont typeface="Tajawal"/>
              <a:buNone/>
            </a:pPr>
            <a:r>
              <a:rPr lang="en" sz="1000" b="0" i="1" u="none" strike="noStrike" cap="none" dirty="0" err="1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الآلام</a:t>
            </a:r>
            <a:r>
              <a:rPr lang="en" sz="1000" b="0" i="1" u="none" strike="noStrike" cap="none" dirty="0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 </a:t>
            </a:r>
            <a:r>
              <a:rPr lang="en" sz="1000" b="0" i="1" u="none" strike="noStrike" cap="none" dirty="0" err="1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الثلاثة</a:t>
            </a:r>
            <a:r>
              <a:rPr lang="en" sz="1000" b="0" i="1" u="none" strike="noStrike" cap="none" dirty="0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 </a:t>
            </a:r>
            <a:r>
              <a:rPr lang="en" sz="1000" b="0" i="1" u="none" strike="noStrike" cap="none" dirty="0" err="1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التي</a:t>
            </a:r>
            <a:r>
              <a:rPr lang="en" sz="1000" b="0" i="1" u="none" strike="noStrike" cap="none" dirty="0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 </a:t>
            </a:r>
            <a:r>
              <a:rPr lang="en" sz="1000" b="0" i="1" u="none" strike="noStrike" cap="none" dirty="0" err="1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خرجت</a:t>
            </a:r>
            <a:r>
              <a:rPr lang="en" sz="1000" b="0" i="1" u="none" strike="noStrike" cap="none" dirty="0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 </a:t>
            </a:r>
            <a:r>
              <a:rPr lang="en" sz="1000" b="0" i="1" u="none" strike="noStrike" cap="none" dirty="0" err="1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من</a:t>
            </a:r>
            <a:r>
              <a:rPr lang="en" sz="1000" b="0" i="1" u="none" strike="noStrike" cap="none" dirty="0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 </a:t>
            </a:r>
            <a:r>
              <a:rPr lang="en" sz="1000" b="0" i="1" u="none" strike="noStrike" cap="none" dirty="0" err="1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خريطة</a:t>
            </a:r>
            <a:r>
              <a:rPr lang="en" sz="1000" b="0" i="1" u="none" strike="noStrike" cap="none" dirty="0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 </a:t>
            </a:r>
            <a:r>
              <a:rPr lang="en" sz="1000" i="1" dirty="0" err="1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امل</a:t>
            </a:r>
            <a:endParaRPr lang="en" sz="1000" b="0" i="1" u="none" strike="noStrike" cap="none" dirty="0" err="1">
              <a:solidFill>
                <a:srgbClr val="AEDB0B"/>
              </a:solidFill>
              <a:latin typeface="Tajawal"/>
              <a:ea typeface="Tajawal"/>
              <a:cs typeface="Tajawal"/>
            </a:endParaRPr>
          </a:p>
        </p:txBody>
      </p:sp>
      <p:cxnSp>
        <p:nvCxnSpPr>
          <p:cNvPr id="137" name="Google Shape;137;g3fa33d35305_0_180"/>
          <p:cNvCxnSpPr/>
          <p:nvPr/>
        </p:nvCxnSpPr>
        <p:spPr>
          <a:xfrm>
            <a:off x="457429" y="966978"/>
            <a:ext cx="8229600" cy="0"/>
          </a:xfrm>
          <a:prstGeom prst="straightConnector1">
            <a:avLst/>
          </a:prstGeom>
          <a:noFill/>
          <a:ln w="9525" cap="flat" cmpd="sng">
            <a:solidFill>
              <a:srgbClr val="AEDB0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8" name="Google Shape;138;g3fa33d35305_0_180"/>
          <p:cNvSpPr/>
          <p:nvPr/>
        </p:nvSpPr>
        <p:spPr>
          <a:xfrm>
            <a:off x="457429" y="1179576"/>
            <a:ext cx="8229600" cy="384000"/>
          </a:xfrm>
          <a:prstGeom prst="roundRect">
            <a:avLst>
              <a:gd name="adj" fmla="val 5357"/>
            </a:avLst>
          </a:prstGeom>
          <a:solidFill>
            <a:srgbClr val="10202F"/>
          </a:solidFill>
          <a:ln w="9525" cap="flat" cmpd="sng">
            <a:solidFill>
              <a:srgbClr val="AEDB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g3fa33d35305_0_180"/>
          <p:cNvSpPr txBox="1"/>
          <p:nvPr/>
        </p:nvSpPr>
        <p:spPr>
          <a:xfrm>
            <a:off x="5443195" y="1179576"/>
            <a:ext cx="31614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DB0B"/>
              </a:buClr>
              <a:buSzPts val="900"/>
              <a:buFont typeface="Tajawal"/>
              <a:buNone/>
            </a:pPr>
            <a:r>
              <a:rPr lang="en" sz="1000" b="1" i="0" u="none" strike="noStrike" cap="none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الألم</a:t>
            </a: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40" name="Google Shape;140;g3fa33d35305_0_180"/>
          <p:cNvSpPr txBox="1"/>
          <p:nvPr/>
        </p:nvSpPr>
        <p:spPr>
          <a:xfrm>
            <a:off x="4380205" y="1179576"/>
            <a:ext cx="8985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DB0B"/>
              </a:buClr>
              <a:buSzPts val="900"/>
              <a:buFont typeface="Tajawal"/>
              <a:buNone/>
            </a:pPr>
            <a:r>
              <a:rPr lang="en" sz="1000" b="1" i="0" u="none" strike="noStrike" cap="none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التكرار</a:t>
            </a: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41" name="Google Shape;141;g3fa33d35305_0_180"/>
          <p:cNvSpPr txBox="1"/>
          <p:nvPr/>
        </p:nvSpPr>
        <p:spPr>
          <a:xfrm>
            <a:off x="3317215" y="1179576"/>
            <a:ext cx="8985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DB0B"/>
              </a:buClr>
              <a:buSzPts val="900"/>
              <a:buFont typeface="Tajawal"/>
              <a:buNone/>
            </a:pPr>
            <a:r>
              <a:rPr lang="en" sz="1000" b="1" i="0" u="none" strike="noStrike" cap="none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الشدّة</a:t>
            </a: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42" name="Google Shape;142;g3fa33d35305_0_180"/>
          <p:cNvSpPr txBox="1"/>
          <p:nvPr/>
        </p:nvSpPr>
        <p:spPr>
          <a:xfrm>
            <a:off x="2117065" y="1179576"/>
            <a:ext cx="10356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DB0B"/>
              </a:buClr>
              <a:buSzPts val="900"/>
              <a:buFont typeface="Tajawal"/>
              <a:buNone/>
            </a:pPr>
            <a:r>
              <a:rPr lang="en" sz="1000" b="1" i="0" u="none" strike="noStrike" cap="none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الاستعداد للدفع</a:t>
            </a: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43" name="Google Shape;143;g3fa33d35305_0_180"/>
          <p:cNvSpPr txBox="1"/>
          <p:nvPr/>
        </p:nvSpPr>
        <p:spPr>
          <a:xfrm>
            <a:off x="1054075" y="1179576"/>
            <a:ext cx="8985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DB0B"/>
              </a:buClr>
              <a:buSzPts val="900"/>
              <a:buFont typeface="Tajawal"/>
              <a:buNone/>
            </a:pPr>
            <a:r>
              <a:rPr lang="en" sz="1000" b="1" i="0" u="none" strike="noStrike" cap="none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الوصول</a:t>
            </a: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44" name="Google Shape;144;g3fa33d35305_0_180"/>
          <p:cNvSpPr txBox="1"/>
          <p:nvPr/>
        </p:nvSpPr>
        <p:spPr>
          <a:xfrm>
            <a:off x="414407" y="1179576"/>
            <a:ext cx="5556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DB0B"/>
              </a:buClr>
              <a:buSzPts val="900"/>
              <a:buFont typeface="Tajawal"/>
              <a:buNone/>
            </a:pPr>
            <a:r>
              <a:rPr lang="en" sz="1000" b="1" i="0" u="none" strike="noStrike" cap="none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المجموع</a:t>
            </a: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45" name="Google Shape;145;g3fa33d35305_0_180"/>
          <p:cNvSpPr/>
          <p:nvPr/>
        </p:nvSpPr>
        <p:spPr>
          <a:xfrm>
            <a:off x="412897" y="1691581"/>
            <a:ext cx="8229600" cy="493800"/>
          </a:xfrm>
          <a:prstGeom prst="roundRect">
            <a:avLst>
              <a:gd name="adj" fmla="val 4167"/>
            </a:avLst>
          </a:prstGeom>
          <a:solidFill>
            <a:srgbClr val="10202F"/>
          </a:solidFill>
          <a:ln w="9525" cap="flat" cmpd="sng">
            <a:solidFill>
              <a:srgbClr val="AEDB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g3fa33d35305_0_180"/>
          <p:cNvSpPr txBox="1"/>
          <p:nvPr/>
        </p:nvSpPr>
        <p:spPr>
          <a:xfrm>
            <a:off x="5443195" y="1632204"/>
            <a:ext cx="31614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r" rtl="1"/>
            <a:r>
              <a:rPr lang="en" sz="1000" b="1" err="1">
                <a:solidFill>
                  <a:srgbClr val="FFFFFF"/>
                </a:solidFill>
                <a:latin typeface="Tajawal"/>
                <a:cs typeface="Tajawal"/>
              </a:rPr>
              <a:t>عدم</a:t>
            </a:r>
            <a:r>
              <a:rPr lang="en" sz="1000" b="1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b="1" err="1">
                <a:solidFill>
                  <a:srgbClr val="FFFFFF"/>
                </a:solidFill>
                <a:latin typeface="Tajawal"/>
                <a:cs typeface="Tajawal"/>
              </a:rPr>
              <a:t>معرفة</a:t>
            </a:r>
            <a:r>
              <a:rPr lang="en" sz="1000" b="1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b="1" err="1">
                <a:solidFill>
                  <a:srgbClr val="FFFFFF"/>
                </a:solidFill>
                <a:latin typeface="Tajawal"/>
                <a:cs typeface="Tajawal"/>
              </a:rPr>
              <a:t>إن</a:t>
            </a:r>
            <a:r>
              <a:rPr lang="en" sz="1000" b="1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b="1" err="1">
                <a:solidFill>
                  <a:srgbClr val="FFFFFF"/>
                </a:solidFill>
                <a:latin typeface="Tajawal"/>
                <a:cs typeface="Tajawal"/>
              </a:rPr>
              <a:t>كانت</a:t>
            </a:r>
            <a:r>
              <a:rPr lang="en" sz="1000" b="1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b="1" err="1">
                <a:solidFill>
                  <a:srgbClr val="FFFFFF"/>
                </a:solidFill>
                <a:latin typeface="Tajawal"/>
                <a:cs typeface="Tajawal"/>
              </a:rPr>
              <a:t>الأعراض</a:t>
            </a:r>
            <a:r>
              <a:rPr lang="en" sz="1000" b="1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b="1" err="1">
                <a:solidFill>
                  <a:srgbClr val="FFFFFF"/>
                </a:solidFill>
                <a:latin typeface="Tajawal"/>
                <a:cs typeface="Tajawal"/>
              </a:rPr>
              <a:t>طبيعية</a:t>
            </a:r>
            <a:r>
              <a:rPr lang="en" sz="1000" b="1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b="1" err="1">
                <a:solidFill>
                  <a:srgbClr val="FFFFFF"/>
                </a:solidFill>
                <a:latin typeface="Tajawal"/>
                <a:cs typeface="Tajawal"/>
              </a:rPr>
              <a:t>أم</a:t>
            </a:r>
            <a:r>
              <a:rPr lang="en" sz="1000" b="1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b="1" err="1">
                <a:solidFill>
                  <a:srgbClr val="FFFFFF"/>
                </a:solidFill>
                <a:latin typeface="Tajawal"/>
                <a:cs typeface="Tajawal"/>
              </a:rPr>
              <a:t>تستدعي</a:t>
            </a:r>
            <a:r>
              <a:rPr lang="en" sz="1000" b="1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b="1" err="1">
                <a:solidFill>
                  <a:srgbClr val="FFFFFF"/>
                </a:solidFill>
                <a:latin typeface="Tajawal"/>
                <a:cs typeface="Tajawal"/>
              </a:rPr>
              <a:t>تقييمًا</a:t>
            </a:r>
            <a:r>
              <a:rPr lang="en" sz="1000" b="1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b="1" err="1">
                <a:solidFill>
                  <a:srgbClr val="FFFFFF"/>
                </a:solidFill>
                <a:latin typeface="Tajawal"/>
                <a:cs typeface="Tajawal"/>
              </a:rPr>
              <a:t>طبيًا</a:t>
            </a:r>
            <a:endParaRPr lang="en-US" err="1"/>
          </a:p>
        </p:txBody>
      </p:sp>
      <p:sp>
        <p:nvSpPr>
          <p:cNvPr id="147" name="Google Shape;147;g3fa33d35305_0_180"/>
          <p:cNvSpPr txBox="1"/>
          <p:nvPr/>
        </p:nvSpPr>
        <p:spPr>
          <a:xfrm>
            <a:off x="4380205" y="1632204"/>
            <a:ext cx="8985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ajawal"/>
              <a:buNone/>
            </a:pPr>
            <a:r>
              <a:rPr lang="en" sz="1000">
                <a:solidFill>
                  <a:srgbClr val="FFFFFF"/>
                </a:solidFill>
                <a:latin typeface="Tajawal"/>
                <a:ea typeface="Tajawal"/>
                <a:cs typeface="Tajawal"/>
              </a:rPr>
              <a:t>5</a:t>
            </a:r>
            <a:endParaRPr lang="en" sz="1000" b="0" i="0" u="none" strike="noStrike" cap="none">
              <a:solidFill>
                <a:srgbClr val="FFFFFF"/>
              </a:solidFill>
              <a:latin typeface="Tajawal"/>
              <a:ea typeface="Tajawal"/>
              <a:cs typeface="Tajawal"/>
            </a:endParaRPr>
          </a:p>
        </p:txBody>
      </p:sp>
      <p:sp>
        <p:nvSpPr>
          <p:cNvPr id="148" name="Google Shape;148;g3fa33d35305_0_180"/>
          <p:cNvSpPr txBox="1"/>
          <p:nvPr/>
        </p:nvSpPr>
        <p:spPr>
          <a:xfrm>
            <a:off x="3317215" y="1632204"/>
            <a:ext cx="8985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ajawal"/>
              <a:buNone/>
            </a:pPr>
            <a:r>
              <a:rPr lang="en" sz="1000">
                <a:solidFill>
                  <a:schemeClr val="lt1"/>
                </a:solidFill>
                <a:latin typeface="Tajawal"/>
                <a:ea typeface="Tajawal"/>
                <a:cs typeface="Tajawal"/>
              </a:rPr>
              <a:t>5</a:t>
            </a:r>
          </a:p>
        </p:txBody>
      </p:sp>
      <p:sp>
        <p:nvSpPr>
          <p:cNvPr id="149" name="Google Shape;149;g3fa33d35305_0_180"/>
          <p:cNvSpPr txBox="1"/>
          <p:nvPr/>
        </p:nvSpPr>
        <p:spPr>
          <a:xfrm>
            <a:off x="2117065" y="1632204"/>
            <a:ext cx="10356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ajawal"/>
              <a:buNone/>
            </a:pPr>
            <a:r>
              <a:rPr lang="en" sz="1000">
                <a:solidFill>
                  <a:schemeClr val="lt1"/>
                </a:solidFill>
                <a:latin typeface="Tajawal"/>
                <a:ea typeface="Tajawal"/>
                <a:cs typeface="Tajawal"/>
              </a:rPr>
              <a:t>5</a:t>
            </a:r>
            <a:endParaRPr lang="en" sz="1000" b="0" i="0" u="none" strike="noStrike" cap="none">
              <a:solidFill>
                <a:schemeClr val="lt1"/>
              </a:solidFill>
              <a:latin typeface="Tajawal"/>
              <a:ea typeface="Tajawal"/>
              <a:cs typeface="Tajawal"/>
            </a:endParaRPr>
          </a:p>
        </p:txBody>
      </p:sp>
      <p:sp>
        <p:nvSpPr>
          <p:cNvPr id="150" name="Google Shape;150;g3fa33d35305_0_180"/>
          <p:cNvSpPr txBox="1"/>
          <p:nvPr/>
        </p:nvSpPr>
        <p:spPr>
          <a:xfrm>
            <a:off x="1054075" y="1632204"/>
            <a:ext cx="8985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ajawal"/>
              <a:buNone/>
            </a:pPr>
            <a:r>
              <a:rPr lang="en" sz="1000">
                <a:solidFill>
                  <a:schemeClr val="lt1"/>
                </a:solidFill>
                <a:latin typeface="Tajawal"/>
                <a:ea typeface="Tajawal"/>
                <a:cs typeface="Tajawal"/>
              </a:rPr>
              <a:t>5</a:t>
            </a:r>
          </a:p>
        </p:txBody>
      </p:sp>
      <p:sp>
        <p:nvSpPr>
          <p:cNvPr id="151" name="Google Shape;151;g3fa33d35305_0_180"/>
          <p:cNvSpPr txBox="1"/>
          <p:nvPr/>
        </p:nvSpPr>
        <p:spPr>
          <a:xfrm>
            <a:off x="333985" y="1632204"/>
            <a:ext cx="5556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ajawal"/>
              <a:buNone/>
            </a:pPr>
            <a:r>
              <a:rPr lang="en" sz="1000">
                <a:solidFill>
                  <a:schemeClr val="lt1"/>
                </a:solidFill>
                <a:latin typeface="Tajawal"/>
                <a:ea typeface="Tajawal"/>
                <a:cs typeface="Tajawal"/>
              </a:rPr>
              <a:t>20</a:t>
            </a:r>
          </a:p>
        </p:txBody>
      </p:sp>
      <p:sp>
        <p:nvSpPr>
          <p:cNvPr id="152" name="Google Shape;152;g3fa33d35305_0_180"/>
          <p:cNvSpPr/>
          <p:nvPr/>
        </p:nvSpPr>
        <p:spPr>
          <a:xfrm>
            <a:off x="457429" y="2203111"/>
            <a:ext cx="8140535" cy="493800"/>
          </a:xfrm>
          <a:prstGeom prst="roundRect">
            <a:avLst>
              <a:gd name="adj" fmla="val 4167"/>
            </a:avLst>
          </a:prstGeom>
          <a:solidFill>
            <a:srgbClr val="070C11"/>
          </a:solidFill>
          <a:ln w="9525" cap="flat" cmpd="sng">
            <a:solidFill>
              <a:srgbClr val="1E2C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ar-AE"/>
              <a:t>نركز على صعوبة معرفة متى تكون أعراض الحمل علامة تستدعي تقييمًا طبيًا مبكرًا.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g3fa33d35305_0_180"/>
          <p:cNvSpPr txBox="1"/>
          <p:nvPr/>
        </p:nvSpPr>
        <p:spPr>
          <a:xfrm>
            <a:off x="5443195" y="2180844"/>
            <a:ext cx="31614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r" rtl="1"/>
            <a:r>
              <a:rPr lang="en" sz="1000" b="1" err="1">
                <a:solidFill>
                  <a:schemeClr val="lt1"/>
                </a:solidFill>
                <a:latin typeface="Tajawal"/>
                <a:cs typeface="Tajawal"/>
              </a:rPr>
              <a:t>لتردد</a:t>
            </a:r>
            <a:r>
              <a:rPr lang="en" sz="1000" b="1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b="1" err="1">
                <a:solidFill>
                  <a:schemeClr val="lt1"/>
                </a:solidFill>
                <a:latin typeface="Tajawal"/>
                <a:cs typeface="Tajawal"/>
              </a:rPr>
              <a:t>في</a:t>
            </a:r>
            <a:r>
              <a:rPr lang="en" sz="1000" b="1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b="1" err="1">
                <a:solidFill>
                  <a:schemeClr val="lt1"/>
                </a:solidFill>
                <a:latin typeface="Tajawal"/>
                <a:cs typeface="Tajawal"/>
              </a:rPr>
              <a:t>التواصل</a:t>
            </a:r>
            <a:r>
              <a:rPr lang="en" sz="1000" b="1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b="1" err="1">
                <a:solidFill>
                  <a:schemeClr val="lt1"/>
                </a:solidFill>
                <a:latin typeface="Tajawal"/>
                <a:cs typeface="Tajawal"/>
              </a:rPr>
              <a:t>مع</a:t>
            </a:r>
            <a:r>
              <a:rPr lang="en" sz="1000" b="1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b="1" err="1">
                <a:solidFill>
                  <a:schemeClr val="lt1"/>
                </a:solidFill>
                <a:latin typeface="Tajawal"/>
                <a:cs typeface="Tajawal"/>
              </a:rPr>
              <a:t>العيادة</a:t>
            </a:r>
            <a:r>
              <a:rPr lang="en" sz="1000" b="1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b="1" err="1">
                <a:solidFill>
                  <a:schemeClr val="lt1"/>
                </a:solidFill>
                <a:latin typeface="Tajawal"/>
                <a:cs typeface="Tajawal"/>
              </a:rPr>
              <a:t>خوفًا</a:t>
            </a:r>
            <a:r>
              <a:rPr lang="en" sz="1000" b="1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b="1" err="1">
                <a:solidFill>
                  <a:schemeClr val="lt1"/>
                </a:solidFill>
                <a:latin typeface="Tajawal"/>
                <a:cs typeface="Tajawal"/>
              </a:rPr>
              <a:t>من</a:t>
            </a:r>
            <a:r>
              <a:rPr lang="en" sz="1000" b="1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b="1" err="1">
                <a:solidFill>
                  <a:schemeClr val="lt1"/>
                </a:solidFill>
                <a:latin typeface="Tajawal"/>
                <a:cs typeface="Tajawal"/>
              </a:rPr>
              <a:t>المبالغة</a:t>
            </a:r>
            <a:endParaRPr lang="en-US" err="1">
              <a:solidFill>
                <a:schemeClr val="lt1"/>
              </a:solidFill>
            </a:endParaRPr>
          </a:p>
        </p:txBody>
      </p:sp>
      <p:sp>
        <p:nvSpPr>
          <p:cNvPr id="154" name="Google Shape;154;g3fa33d35305_0_180"/>
          <p:cNvSpPr txBox="1"/>
          <p:nvPr/>
        </p:nvSpPr>
        <p:spPr>
          <a:xfrm>
            <a:off x="4380205" y="2180844"/>
            <a:ext cx="8985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4CDD5"/>
              </a:buClr>
              <a:buSzPts val="1000"/>
              <a:buFont typeface="Tajawal"/>
              <a:buNone/>
            </a:pP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55" name="Google Shape;155;g3fa33d35305_0_180"/>
          <p:cNvSpPr txBox="1"/>
          <p:nvPr/>
        </p:nvSpPr>
        <p:spPr>
          <a:xfrm>
            <a:off x="3317215" y="2180844"/>
            <a:ext cx="8985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4CDD5"/>
              </a:buClr>
              <a:buSzPts val="1000"/>
              <a:buFont typeface="Tajawal"/>
              <a:buNone/>
            </a:pP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56" name="Google Shape;156;g3fa33d35305_0_180"/>
          <p:cNvSpPr txBox="1"/>
          <p:nvPr/>
        </p:nvSpPr>
        <p:spPr>
          <a:xfrm>
            <a:off x="2117065" y="2180844"/>
            <a:ext cx="10356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4CDD5"/>
              </a:buClr>
              <a:buSzPts val="1000"/>
              <a:buFont typeface="Tajawal"/>
              <a:buNone/>
            </a:pP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57" name="Google Shape;157;g3fa33d35305_0_180"/>
          <p:cNvSpPr txBox="1"/>
          <p:nvPr/>
        </p:nvSpPr>
        <p:spPr>
          <a:xfrm>
            <a:off x="1054075" y="2180844"/>
            <a:ext cx="8985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4CDD5"/>
              </a:buClr>
              <a:buSzPts val="1000"/>
              <a:buFont typeface="Tajawal"/>
              <a:buNone/>
            </a:pP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58" name="Google Shape;158;g3fa33d35305_0_180"/>
          <p:cNvSpPr txBox="1"/>
          <p:nvPr/>
        </p:nvSpPr>
        <p:spPr>
          <a:xfrm>
            <a:off x="333985" y="2180844"/>
            <a:ext cx="5556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ajawal"/>
              <a:buNone/>
            </a:pPr>
            <a:endParaRPr sz="11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59" name="Google Shape;159;g3fa33d35305_0_180"/>
          <p:cNvSpPr/>
          <p:nvPr/>
        </p:nvSpPr>
        <p:spPr>
          <a:xfrm>
            <a:off x="457429" y="2729484"/>
            <a:ext cx="8229600" cy="493800"/>
          </a:xfrm>
          <a:prstGeom prst="roundRect">
            <a:avLst>
              <a:gd name="adj" fmla="val 4167"/>
            </a:avLst>
          </a:prstGeom>
          <a:solidFill>
            <a:srgbClr val="0B1219"/>
          </a:solidFill>
          <a:ln w="9525" cap="flat" cmpd="sng">
            <a:solidFill>
              <a:srgbClr val="1E2C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/>
              <a:t>V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g3fa33d35305_0_180"/>
          <p:cNvSpPr txBox="1"/>
          <p:nvPr/>
        </p:nvSpPr>
        <p:spPr>
          <a:xfrm>
            <a:off x="5443195" y="2729484"/>
            <a:ext cx="31614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r" rtl="1"/>
            <a:r>
              <a:rPr lang="en" sz="1000" b="1" err="1">
                <a:solidFill>
                  <a:schemeClr val="lt1"/>
                </a:solidFill>
                <a:latin typeface="Tajawal"/>
                <a:cs typeface="Tajawal"/>
                <a:sym typeface="Tajawal"/>
              </a:rPr>
              <a:t>صعوبة</a:t>
            </a:r>
            <a:r>
              <a:rPr lang="en" sz="1000" b="1">
                <a:solidFill>
                  <a:schemeClr val="lt1"/>
                </a:solidFill>
                <a:latin typeface="Tajawal"/>
                <a:cs typeface="Tajawal"/>
                <a:sym typeface="Tajawal"/>
              </a:rPr>
              <a:t> </a:t>
            </a:r>
            <a:r>
              <a:rPr lang="en" sz="1000" b="1" err="1">
                <a:solidFill>
                  <a:schemeClr val="lt1"/>
                </a:solidFill>
                <a:latin typeface="Tajawal"/>
                <a:cs typeface="Tajawal"/>
                <a:sym typeface="Tajawal"/>
              </a:rPr>
              <a:t>الحصول</a:t>
            </a:r>
            <a:r>
              <a:rPr lang="en" sz="1000" b="1">
                <a:solidFill>
                  <a:schemeClr val="lt1"/>
                </a:solidFill>
                <a:latin typeface="Tajawal"/>
                <a:cs typeface="Tajawal"/>
                <a:sym typeface="Tajawal"/>
              </a:rPr>
              <a:t> </a:t>
            </a:r>
            <a:r>
              <a:rPr lang="en" sz="1000" b="1" err="1">
                <a:solidFill>
                  <a:schemeClr val="lt1"/>
                </a:solidFill>
                <a:latin typeface="Tajawal"/>
                <a:cs typeface="Tajawal"/>
                <a:sym typeface="Tajawal"/>
              </a:rPr>
              <a:t>على</a:t>
            </a:r>
            <a:r>
              <a:rPr lang="en" sz="1000" b="1">
                <a:solidFill>
                  <a:schemeClr val="lt1"/>
                </a:solidFill>
                <a:latin typeface="Tajawal"/>
                <a:cs typeface="Tajawal"/>
                <a:sym typeface="Tajawal"/>
              </a:rPr>
              <a:t> </a:t>
            </a:r>
            <a:r>
              <a:rPr lang="en" sz="1000" b="1" err="1">
                <a:solidFill>
                  <a:schemeClr val="lt1"/>
                </a:solidFill>
                <a:latin typeface="Tajawal"/>
                <a:cs typeface="Tajawal"/>
                <a:sym typeface="Tajawal"/>
              </a:rPr>
              <a:t>موعد</a:t>
            </a:r>
            <a:r>
              <a:rPr lang="en" sz="1000" b="1">
                <a:solidFill>
                  <a:schemeClr val="lt1"/>
                </a:solidFill>
                <a:latin typeface="Tajawal"/>
                <a:cs typeface="Tajawal"/>
                <a:sym typeface="Tajawal"/>
              </a:rPr>
              <a:t> </a:t>
            </a:r>
            <a:r>
              <a:rPr lang="en" sz="1000" b="1" err="1">
                <a:solidFill>
                  <a:schemeClr val="lt1"/>
                </a:solidFill>
                <a:latin typeface="Tajawal"/>
                <a:cs typeface="Tajawal"/>
                <a:sym typeface="Tajawal"/>
              </a:rPr>
              <a:t>أو</a:t>
            </a:r>
            <a:r>
              <a:rPr lang="en" sz="1000" b="1">
                <a:solidFill>
                  <a:schemeClr val="lt1"/>
                </a:solidFill>
                <a:latin typeface="Tajawal"/>
                <a:cs typeface="Tajawal"/>
                <a:sym typeface="Tajawal"/>
              </a:rPr>
              <a:t> </a:t>
            </a:r>
            <a:r>
              <a:rPr lang="en" sz="1000" b="1" err="1">
                <a:solidFill>
                  <a:schemeClr val="lt1"/>
                </a:solidFill>
                <a:latin typeface="Tajawal"/>
                <a:cs typeface="Tajawal"/>
                <a:sym typeface="Tajawal"/>
              </a:rPr>
              <a:t>تقييم</a:t>
            </a:r>
            <a:r>
              <a:rPr lang="en" sz="1000" b="1">
                <a:solidFill>
                  <a:schemeClr val="lt1"/>
                </a:solidFill>
                <a:latin typeface="Tajawal"/>
                <a:cs typeface="Tajawal"/>
                <a:sym typeface="Tajawal"/>
              </a:rPr>
              <a:t> </a:t>
            </a:r>
            <a:r>
              <a:rPr lang="en" sz="1000" b="1" err="1">
                <a:solidFill>
                  <a:schemeClr val="lt1"/>
                </a:solidFill>
                <a:latin typeface="Tajawal"/>
                <a:cs typeface="Tajawal"/>
                <a:sym typeface="Tajawal"/>
              </a:rPr>
              <a:t>سريع</a:t>
            </a:r>
            <a:endParaRPr lang="en-US" err="1">
              <a:solidFill>
                <a:schemeClr val="lt1"/>
              </a:solidFill>
            </a:endParaRPr>
          </a:p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4CDD5"/>
              </a:buClr>
              <a:buSzPts val="900"/>
              <a:buFont typeface="Tajawal"/>
              <a:buNone/>
            </a:pPr>
            <a:endParaRPr sz="1000" b="1">
              <a:solidFill>
                <a:srgbClr val="C4CDD5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61" name="Google Shape;161;g3fa33d35305_0_180"/>
          <p:cNvSpPr txBox="1"/>
          <p:nvPr/>
        </p:nvSpPr>
        <p:spPr>
          <a:xfrm>
            <a:off x="4380205" y="2729484"/>
            <a:ext cx="8985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4CDD5"/>
              </a:buClr>
              <a:buSzPts val="1000"/>
              <a:buFont typeface="Tajawal"/>
              <a:buNone/>
            </a:pP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62" name="Google Shape;162;g3fa33d35305_0_180"/>
          <p:cNvSpPr txBox="1"/>
          <p:nvPr/>
        </p:nvSpPr>
        <p:spPr>
          <a:xfrm>
            <a:off x="3317215" y="2729484"/>
            <a:ext cx="8985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4CDD5"/>
              </a:buClr>
              <a:buSzPts val="1000"/>
              <a:buFont typeface="Tajawal"/>
              <a:buNone/>
            </a:pP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63" name="Google Shape;163;g3fa33d35305_0_180"/>
          <p:cNvSpPr txBox="1"/>
          <p:nvPr/>
        </p:nvSpPr>
        <p:spPr>
          <a:xfrm>
            <a:off x="2117065" y="2729484"/>
            <a:ext cx="10356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4CDD5"/>
              </a:buClr>
              <a:buSzPts val="1000"/>
              <a:buFont typeface="Tajawal"/>
              <a:buNone/>
            </a:pP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64" name="Google Shape;164;g3fa33d35305_0_180"/>
          <p:cNvSpPr txBox="1"/>
          <p:nvPr/>
        </p:nvSpPr>
        <p:spPr>
          <a:xfrm>
            <a:off x="1054075" y="2729484"/>
            <a:ext cx="8985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4CDD5"/>
              </a:buClr>
              <a:buSzPts val="1000"/>
              <a:buFont typeface="Tajawal"/>
              <a:buNone/>
            </a:pP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65" name="Google Shape;165;g3fa33d35305_0_180"/>
          <p:cNvSpPr txBox="1"/>
          <p:nvPr/>
        </p:nvSpPr>
        <p:spPr>
          <a:xfrm>
            <a:off x="333985" y="2729484"/>
            <a:ext cx="5556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ajawal"/>
              <a:buNone/>
            </a:pPr>
            <a:endParaRPr sz="11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66" name="Google Shape;166;g3fa33d35305_0_180"/>
          <p:cNvSpPr/>
          <p:nvPr/>
        </p:nvSpPr>
        <p:spPr>
          <a:xfrm>
            <a:off x="457429" y="3360420"/>
            <a:ext cx="8229600" cy="788700"/>
          </a:xfrm>
          <a:prstGeom prst="roundRect">
            <a:avLst>
              <a:gd name="adj" fmla="val 2609"/>
            </a:avLst>
          </a:prstGeom>
          <a:solidFill>
            <a:srgbClr val="0B1219"/>
          </a:solidFill>
          <a:ln w="9525" cap="flat" cmpd="sng">
            <a:solidFill>
              <a:srgbClr val="AEDB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g3fa33d35305_0_180"/>
          <p:cNvSpPr txBox="1"/>
          <p:nvPr/>
        </p:nvSpPr>
        <p:spPr>
          <a:xfrm>
            <a:off x="7589749" y="3456432"/>
            <a:ext cx="891600" cy="2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DB0B"/>
              </a:buClr>
              <a:buSzPts val="1100"/>
              <a:buFont typeface="Tajawal"/>
              <a:buNone/>
            </a:pPr>
            <a:r>
              <a:rPr lang="en" sz="1100" b="1" i="0" u="none" strike="noStrike" cap="none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القرار</a:t>
            </a:r>
            <a:endParaRPr sz="11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68" name="Google Shape;168;g3fa33d35305_0_180"/>
          <p:cNvSpPr txBox="1"/>
          <p:nvPr/>
        </p:nvSpPr>
        <p:spPr>
          <a:xfrm>
            <a:off x="676885" y="3470148"/>
            <a:ext cx="6789300" cy="5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lang="en" sz="1000" err="1">
                <a:solidFill>
                  <a:srgbClr val="FFFFFF"/>
                </a:solidFill>
                <a:latin typeface="Tajawal"/>
                <a:cs typeface="Tajawal"/>
              </a:rPr>
              <a:t>نركز</a:t>
            </a:r>
            <a:r>
              <a:rPr lang="en" sz="100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err="1">
                <a:solidFill>
                  <a:srgbClr val="FFFFFF"/>
                </a:solidFill>
                <a:latin typeface="Tajawal"/>
                <a:cs typeface="Tajawal"/>
              </a:rPr>
              <a:t>على</a:t>
            </a:r>
            <a:r>
              <a:rPr lang="en" sz="100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err="1">
                <a:solidFill>
                  <a:srgbClr val="FFFFFF"/>
                </a:solidFill>
                <a:latin typeface="Tajawal"/>
                <a:cs typeface="Tajawal"/>
              </a:rPr>
              <a:t>صعوبة</a:t>
            </a:r>
            <a:r>
              <a:rPr lang="en" sz="100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err="1">
                <a:solidFill>
                  <a:srgbClr val="FFFFFF"/>
                </a:solidFill>
                <a:latin typeface="Tajawal"/>
                <a:cs typeface="Tajawal"/>
              </a:rPr>
              <a:t>معرفة</a:t>
            </a:r>
            <a:r>
              <a:rPr lang="en" sz="100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err="1">
                <a:solidFill>
                  <a:srgbClr val="FFFFFF"/>
                </a:solidFill>
                <a:latin typeface="Tajawal"/>
                <a:cs typeface="Tajawal"/>
              </a:rPr>
              <a:t>متى</a:t>
            </a:r>
            <a:r>
              <a:rPr lang="en" sz="100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err="1">
                <a:solidFill>
                  <a:srgbClr val="FFFFFF"/>
                </a:solidFill>
                <a:latin typeface="Tajawal"/>
                <a:cs typeface="Tajawal"/>
              </a:rPr>
              <a:t>تكون</a:t>
            </a:r>
            <a:r>
              <a:rPr lang="en" sz="100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err="1">
                <a:solidFill>
                  <a:srgbClr val="FFFFFF"/>
                </a:solidFill>
                <a:latin typeface="Tajawal"/>
                <a:cs typeface="Tajawal"/>
              </a:rPr>
              <a:t>أعراض</a:t>
            </a:r>
            <a:r>
              <a:rPr lang="en" sz="100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err="1">
                <a:solidFill>
                  <a:srgbClr val="FFFFFF"/>
                </a:solidFill>
                <a:latin typeface="Tajawal"/>
                <a:cs typeface="Tajawal"/>
              </a:rPr>
              <a:t>الحمل</a:t>
            </a:r>
            <a:r>
              <a:rPr lang="en" sz="100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err="1">
                <a:solidFill>
                  <a:srgbClr val="FFFFFF"/>
                </a:solidFill>
                <a:latin typeface="Tajawal"/>
                <a:cs typeface="Tajawal"/>
              </a:rPr>
              <a:t>علامة</a:t>
            </a:r>
            <a:r>
              <a:rPr lang="en" sz="100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err="1">
                <a:solidFill>
                  <a:srgbClr val="FFFFFF"/>
                </a:solidFill>
                <a:latin typeface="Tajawal"/>
                <a:cs typeface="Tajawal"/>
              </a:rPr>
              <a:t>تستدعي</a:t>
            </a:r>
            <a:r>
              <a:rPr lang="en" sz="100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err="1">
                <a:solidFill>
                  <a:srgbClr val="FFFFFF"/>
                </a:solidFill>
                <a:latin typeface="Tajawal"/>
                <a:cs typeface="Tajawal"/>
              </a:rPr>
              <a:t>تقييمًا</a:t>
            </a:r>
            <a:r>
              <a:rPr lang="en" sz="100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err="1">
                <a:solidFill>
                  <a:srgbClr val="FFFFFF"/>
                </a:solidFill>
                <a:latin typeface="Tajawal"/>
                <a:cs typeface="Tajawal"/>
              </a:rPr>
              <a:t>طبيًا</a:t>
            </a:r>
            <a:r>
              <a:rPr lang="en" sz="100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err="1">
                <a:solidFill>
                  <a:srgbClr val="FFFFFF"/>
                </a:solidFill>
                <a:latin typeface="Tajawal"/>
                <a:cs typeface="Tajawal"/>
              </a:rPr>
              <a:t>مبكرًا</a:t>
            </a:r>
            <a:r>
              <a:rPr lang="en" sz="1000">
                <a:solidFill>
                  <a:srgbClr val="FFFFFF"/>
                </a:solidFill>
                <a:latin typeface="Tajawal"/>
                <a:cs typeface="Tajawal"/>
              </a:rPr>
              <a:t>.</a:t>
            </a:r>
            <a:endParaRPr lang="en-US"/>
          </a:p>
        </p:txBody>
      </p:sp>
      <p:sp>
        <p:nvSpPr>
          <p:cNvPr id="169" name="Google Shape;169;g3fa33d35305_0_180"/>
          <p:cNvSpPr/>
          <p:nvPr/>
        </p:nvSpPr>
        <p:spPr>
          <a:xfrm>
            <a:off x="457429" y="4539996"/>
            <a:ext cx="8229600" cy="288000"/>
          </a:xfrm>
          <a:prstGeom prst="roundRect">
            <a:avLst>
              <a:gd name="adj" fmla="val 9524"/>
            </a:avLst>
          </a:prstGeom>
          <a:solidFill>
            <a:srgbClr val="021B4E"/>
          </a:solidFill>
          <a:ln w="7150" cap="flat" cmpd="sng">
            <a:solidFill>
              <a:srgbClr val="00339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g3fa33d35305_0_180"/>
          <p:cNvSpPr txBox="1"/>
          <p:nvPr/>
        </p:nvSpPr>
        <p:spPr>
          <a:xfrm>
            <a:off x="834619" y="4539996"/>
            <a:ext cx="74751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Tajawal"/>
              <a:buNone/>
            </a:pPr>
            <a:r>
              <a:rPr lang="en" sz="1000" b="0" i="0" u="none" strike="noStrike" cap="none">
                <a:solidFill>
                  <a:srgbClr val="FFFFFF"/>
                </a:solidFill>
                <a:latin typeface="Tajawal"/>
                <a:ea typeface="Tajawal"/>
                <a:cs typeface="Tajawal"/>
                <a:sym typeface="Tajawal"/>
              </a:rPr>
              <a:t>تحدي الجامعات 2026  |  اليوم الأول — الجلسة 2: ورشة تحديد المشكلة</a:t>
            </a: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71" name="Google Shape;171;g3fa33d35305_0_180"/>
          <p:cNvSpPr txBox="1"/>
          <p:nvPr/>
        </p:nvSpPr>
        <p:spPr>
          <a:xfrm>
            <a:off x="539725" y="4539996"/>
            <a:ext cx="3429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DB0B"/>
              </a:buClr>
              <a:buSzPts val="800"/>
              <a:buFont typeface="Tajawal"/>
              <a:buNone/>
            </a:pPr>
            <a:r>
              <a:rPr lang="en" sz="1000" b="1" i="0" u="none" strike="noStrike" cap="none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9</a:t>
            </a: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2" name="Google Shape;147;g3fa33d35305_0_180">
            <a:extLst>
              <a:ext uri="{FF2B5EF4-FFF2-40B4-BE49-F238E27FC236}">
                <a16:creationId xmlns:a16="http://schemas.microsoft.com/office/drawing/2014/main" id="{7100B82E-FBF5-AE68-1289-DF961DA7208F}"/>
              </a:ext>
            </a:extLst>
          </p:cNvPr>
          <p:cNvSpPr txBox="1"/>
          <p:nvPr/>
        </p:nvSpPr>
        <p:spPr>
          <a:xfrm>
            <a:off x="4380205" y="2240814"/>
            <a:ext cx="8985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ajawal"/>
              <a:buNone/>
            </a:pPr>
            <a:r>
              <a:rPr lang="en" sz="1000">
                <a:solidFill>
                  <a:srgbClr val="FFFFFF"/>
                </a:solidFill>
                <a:latin typeface="Tajawal"/>
                <a:ea typeface="Tajawal"/>
                <a:cs typeface="Tajawal"/>
              </a:rPr>
              <a:t>5</a:t>
            </a:r>
            <a:endParaRPr lang="en" sz="1000" b="0" i="0" u="none" strike="noStrike" cap="none">
              <a:solidFill>
                <a:srgbClr val="FFFFFF"/>
              </a:solidFill>
              <a:latin typeface="Tajawal"/>
              <a:ea typeface="Tajawal"/>
              <a:cs typeface="Tajawal"/>
            </a:endParaRPr>
          </a:p>
        </p:txBody>
      </p:sp>
      <p:sp>
        <p:nvSpPr>
          <p:cNvPr id="3" name="Google Shape;147;g3fa33d35305_0_180">
            <a:extLst>
              <a:ext uri="{FF2B5EF4-FFF2-40B4-BE49-F238E27FC236}">
                <a16:creationId xmlns:a16="http://schemas.microsoft.com/office/drawing/2014/main" id="{23B43577-D15B-62F5-FD5F-4A409E3BAA30}"/>
              </a:ext>
            </a:extLst>
          </p:cNvPr>
          <p:cNvSpPr txBox="1"/>
          <p:nvPr/>
        </p:nvSpPr>
        <p:spPr>
          <a:xfrm>
            <a:off x="3318847" y="2240813"/>
            <a:ext cx="8985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ajawal"/>
              <a:buNone/>
            </a:pPr>
            <a:r>
              <a:rPr lang="en" sz="1000">
                <a:solidFill>
                  <a:srgbClr val="FFFFFF"/>
                </a:solidFill>
                <a:latin typeface="Tajawal"/>
                <a:ea typeface="Tajawal"/>
                <a:cs typeface="Tajawal"/>
              </a:rPr>
              <a:t>4</a:t>
            </a:r>
            <a:endParaRPr lang="en" sz="1000" b="0" i="0" u="none" strike="noStrike" cap="none">
              <a:solidFill>
                <a:srgbClr val="FFFFFF"/>
              </a:solidFill>
              <a:latin typeface="Tajawal"/>
              <a:ea typeface="Tajawal"/>
              <a:cs typeface="Tajawal"/>
            </a:endParaRPr>
          </a:p>
        </p:txBody>
      </p:sp>
      <p:sp>
        <p:nvSpPr>
          <p:cNvPr id="4" name="Google Shape;147;g3fa33d35305_0_180">
            <a:extLst>
              <a:ext uri="{FF2B5EF4-FFF2-40B4-BE49-F238E27FC236}">
                <a16:creationId xmlns:a16="http://schemas.microsoft.com/office/drawing/2014/main" id="{DE83CC6E-49E1-AFDE-7AEF-FD5C94B20489}"/>
              </a:ext>
            </a:extLst>
          </p:cNvPr>
          <p:cNvSpPr txBox="1"/>
          <p:nvPr/>
        </p:nvSpPr>
        <p:spPr>
          <a:xfrm>
            <a:off x="2116471" y="2240814"/>
            <a:ext cx="8985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ajawal"/>
              <a:buNone/>
            </a:pPr>
            <a:r>
              <a:rPr lang="en" sz="1000">
                <a:solidFill>
                  <a:srgbClr val="FFFFFF"/>
                </a:solidFill>
                <a:latin typeface="Tajawal"/>
                <a:ea typeface="Tajawal"/>
                <a:cs typeface="Tajawal"/>
              </a:rPr>
              <a:t>5</a:t>
            </a:r>
            <a:endParaRPr lang="en" sz="1000" b="0" i="0" u="none" strike="noStrike" cap="none">
              <a:solidFill>
                <a:srgbClr val="FFFFFF"/>
              </a:solidFill>
              <a:latin typeface="Tajawal"/>
              <a:ea typeface="Tajawal"/>
              <a:cs typeface="Tajawal"/>
            </a:endParaRPr>
          </a:p>
        </p:txBody>
      </p:sp>
      <p:sp>
        <p:nvSpPr>
          <p:cNvPr id="5" name="Google Shape;147;g3fa33d35305_0_180">
            <a:extLst>
              <a:ext uri="{FF2B5EF4-FFF2-40B4-BE49-F238E27FC236}">
                <a16:creationId xmlns:a16="http://schemas.microsoft.com/office/drawing/2014/main" id="{7B9B9A7D-29E4-0820-36B4-D4F91C9A2ECC}"/>
              </a:ext>
            </a:extLst>
          </p:cNvPr>
          <p:cNvSpPr txBox="1"/>
          <p:nvPr/>
        </p:nvSpPr>
        <p:spPr>
          <a:xfrm>
            <a:off x="1055113" y="2240813"/>
            <a:ext cx="8985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ajawal"/>
              <a:buNone/>
            </a:pPr>
            <a:r>
              <a:rPr lang="en" sz="1000">
                <a:solidFill>
                  <a:srgbClr val="FFFFFF"/>
                </a:solidFill>
                <a:latin typeface="Tajawal"/>
                <a:ea typeface="Tajawal"/>
                <a:cs typeface="Tajawal"/>
              </a:rPr>
              <a:t>4</a:t>
            </a:r>
            <a:endParaRPr lang="en" sz="1000" b="0" i="0" u="none" strike="noStrike" cap="none">
              <a:solidFill>
                <a:srgbClr val="FFFFFF"/>
              </a:solidFill>
              <a:latin typeface="Tajawal"/>
              <a:ea typeface="Tajawal"/>
              <a:cs typeface="Tajawal"/>
            </a:endParaRPr>
          </a:p>
        </p:txBody>
      </p:sp>
      <p:sp>
        <p:nvSpPr>
          <p:cNvPr id="6" name="Google Shape;147;g3fa33d35305_0_180">
            <a:extLst>
              <a:ext uri="{FF2B5EF4-FFF2-40B4-BE49-F238E27FC236}">
                <a16:creationId xmlns:a16="http://schemas.microsoft.com/office/drawing/2014/main" id="{78889D50-EF27-273E-DC71-3395FCF6B7B9}"/>
              </a:ext>
            </a:extLst>
          </p:cNvPr>
          <p:cNvSpPr txBox="1"/>
          <p:nvPr/>
        </p:nvSpPr>
        <p:spPr>
          <a:xfrm>
            <a:off x="157042" y="2240814"/>
            <a:ext cx="8985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ajawal"/>
              <a:buNone/>
            </a:pPr>
            <a:r>
              <a:rPr lang="en" sz="1000">
                <a:solidFill>
                  <a:srgbClr val="FFFFFF"/>
                </a:solidFill>
                <a:latin typeface="Tajawal"/>
                <a:ea typeface="Tajawal"/>
                <a:cs typeface="Tajawal"/>
              </a:rPr>
              <a:t>18</a:t>
            </a:r>
            <a:endParaRPr lang="en" sz="1000" b="0" i="0" u="none" strike="noStrike" cap="none">
              <a:solidFill>
                <a:srgbClr val="FFFFFF"/>
              </a:solidFill>
              <a:latin typeface="Tajawal"/>
              <a:ea typeface="Tajawal"/>
              <a:cs typeface="Tajawal"/>
            </a:endParaRPr>
          </a:p>
        </p:txBody>
      </p:sp>
      <p:sp>
        <p:nvSpPr>
          <p:cNvPr id="7" name="Google Shape;147;g3fa33d35305_0_180">
            <a:extLst>
              <a:ext uri="{FF2B5EF4-FFF2-40B4-BE49-F238E27FC236}">
                <a16:creationId xmlns:a16="http://schemas.microsoft.com/office/drawing/2014/main" id="{82D50905-5858-CA59-E72E-30EFE0F8897C}"/>
              </a:ext>
            </a:extLst>
          </p:cNvPr>
          <p:cNvSpPr txBox="1"/>
          <p:nvPr/>
        </p:nvSpPr>
        <p:spPr>
          <a:xfrm>
            <a:off x="4380204" y="2730670"/>
            <a:ext cx="8985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ajawal"/>
              <a:buNone/>
            </a:pPr>
            <a:r>
              <a:rPr lang="en" sz="1000">
                <a:solidFill>
                  <a:srgbClr val="FFFFFF"/>
                </a:solidFill>
                <a:latin typeface="Tajawal"/>
                <a:ea typeface="Tajawal"/>
                <a:cs typeface="Tajawal"/>
              </a:rPr>
              <a:t>4</a:t>
            </a:r>
            <a:endParaRPr lang="en" sz="1000" b="0" i="0" u="none" strike="noStrike" cap="none">
              <a:solidFill>
                <a:srgbClr val="FFFFFF"/>
              </a:solidFill>
              <a:latin typeface="Tajawal"/>
              <a:ea typeface="Tajawal"/>
              <a:cs typeface="Tajawal"/>
            </a:endParaRPr>
          </a:p>
        </p:txBody>
      </p:sp>
      <p:sp>
        <p:nvSpPr>
          <p:cNvPr id="8" name="Google Shape;147;g3fa33d35305_0_180">
            <a:extLst>
              <a:ext uri="{FF2B5EF4-FFF2-40B4-BE49-F238E27FC236}">
                <a16:creationId xmlns:a16="http://schemas.microsoft.com/office/drawing/2014/main" id="{B99E1CC8-DAC0-BFF5-B3D3-5E89734D9AB3}"/>
              </a:ext>
            </a:extLst>
          </p:cNvPr>
          <p:cNvSpPr txBox="1"/>
          <p:nvPr/>
        </p:nvSpPr>
        <p:spPr>
          <a:xfrm>
            <a:off x="3318847" y="2730671"/>
            <a:ext cx="8985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ajawal"/>
              <a:buNone/>
            </a:pPr>
            <a:r>
              <a:rPr lang="en" sz="1000">
                <a:solidFill>
                  <a:srgbClr val="FFFFFF"/>
                </a:solidFill>
                <a:latin typeface="Tajawal"/>
                <a:ea typeface="Tajawal"/>
                <a:cs typeface="Tajawal"/>
              </a:rPr>
              <a:t>4</a:t>
            </a:r>
            <a:endParaRPr lang="en" sz="1000" b="0" i="0" u="none" strike="noStrike" cap="none">
              <a:solidFill>
                <a:srgbClr val="FFFFFF"/>
              </a:solidFill>
              <a:latin typeface="Tajawal"/>
              <a:ea typeface="Tajawal"/>
              <a:cs typeface="Tajawal"/>
            </a:endParaRPr>
          </a:p>
        </p:txBody>
      </p:sp>
      <p:sp>
        <p:nvSpPr>
          <p:cNvPr id="9" name="Google Shape;147;g3fa33d35305_0_180">
            <a:extLst>
              <a:ext uri="{FF2B5EF4-FFF2-40B4-BE49-F238E27FC236}">
                <a16:creationId xmlns:a16="http://schemas.microsoft.com/office/drawing/2014/main" id="{93B43E52-26B5-9E69-04DD-6F26128F8EBF}"/>
              </a:ext>
            </a:extLst>
          </p:cNvPr>
          <p:cNvSpPr txBox="1"/>
          <p:nvPr/>
        </p:nvSpPr>
        <p:spPr>
          <a:xfrm>
            <a:off x="2101626" y="2730670"/>
            <a:ext cx="8985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ajawal"/>
              <a:buNone/>
            </a:pPr>
            <a:r>
              <a:rPr lang="en" sz="1000">
                <a:solidFill>
                  <a:srgbClr val="FFFFFF"/>
                </a:solidFill>
                <a:latin typeface="Tajawal"/>
                <a:ea typeface="Tajawal"/>
                <a:cs typeface="Tajawal"/>
              </a:rPr>
              <a:t>4</a:t>
            </a:r>
            <a:endParaRPr lang="en" sz="1000" b="0" i="0" u="none" strike="noStrike" cap="none">
              <a:solidFill>
                <a:srgbClr val="FFFFFF"/>
              </a:solidFill>
              <a:latin typeface="Tajawal"/>
              <a:ea typeface="Tajawal"/>
              <a:cs typeface="Tajawal"/>
            </a:endParaRPr>
          </a:p>
        </p:txBody>
      </p:sp>
      <p:sp>
        <p:nvSpPr>
          <p:cNvPr id="10" name="Google Shape;147;g3fa33d35305_0_180">
            <a:extLst>
              <a:ext uri="{FF2B5EF4-FFF2-40B4-BE49-F238E27FC236}">
                <a16:creationId xmlns:a16="http://schemas.microsoft.com/office/drawing/2014/main" id="{D36721A0-A91B-7ACF-6EB2-050C4B97D5E7}"/>
              </a:ext>
            </a:extLst>
          </p:cNvPr>
          <p:cNvSpPr txBox="1"/>
          <p:nvPr/>
        </p:nvSpPr>
        <p:spPr>
          <a:xfrm>
            <a:off x="1055114" y="2730671"/>
            <a:ext cx="8985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ajawal"/>
              <a:buNone/>
            </a:pPr>
            <a:r>
              <a:rPr lang="en" sz="1000">
                <a:solidFill>
                  <a:srgbClr val="FFFFFF"/>
                </a:solidFill>
                <a:latin typeface="Tajawal"/>
                <a:ea typeface="Tajawal"/>
                <a:cs typeface="Tajawal"/>
              </a:rPr>
              <a:t>4</a:t>
            </a:r>
            <a:endParaRPr lang="en" sz="1000" b="0" i="0" u="none" strike="noStrike" cap="none">
              <a:solidFill>
                <a:srgbClr val="FFFFFF"/>
              </a:solidFill>
              <a:latin typeface="Tajawal"/>
              <a:ea typeface="Tajawal"/>
              <a:cs typeface="Tajawal"/>
            </a:endParaRPr>
          </a:p>
        </p:txBody>
      </p:sp>
      <p:sp>
        <p:nvSpPr>
          <p:cNvPr id="13" name="Google Shape;147;g3fa33d35305_0_180">
            <a:extLst>
              <a:ext uri="{FF2B5EF4-FFF2-40B4-BE49-F238E27FC236}">
                <a16:creationId xmlns:a16="http://schemas.microsoft.com/office/drawing/2014/main" id="{3B0B5939-D8DE-217B-B222-4739C0494271}"/>
              </a:ext>
            </a:extLst>
          </p:cNvPr>
          <p:cNvSpPr txBox="1"/>
          <p:nvPr/>
        </p:nvSpPr>
        <p:spPr>
          <a:xfrm>
            <a:off x="6072438" y="3324437"/>
            <a:ext cx="8985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ajawal"/>
              <a:buNone/>
            </a:pPr>
            <a:r>
              <a:rPr lang="en" sz="1000">
                <a:solidFill>
                  <a:srgbClr val="FFFFFF"/>
                </a:solidFill>
                <a:latin typeface="Tajawal"/>
                <a:ea typeface="Tajawal"/>
                <a:cs typeface="Tajawal"/>
              </a:rPr>
              <a:t>5</a:t>
            </a:r>
            <a:endParaRPr lang="en" sz="1000" b="0" i="0" u="none" strike="noStrike" cap="none">
              <a:solidFill>
                <a:srgbClr val="FFFFFF"/>
              </a:solidFill>
              <a:latin typeface="Tajawal"/>
              <a:ea typeface="Tajawal"/>
              <a:cs typeface="Tajawal"/>
            </a:endParaRPr>
          </a:p>
        </p:txBody>
      </p:sp>
      <p:sp>
        <p:nvSpPr>
          <p:cNvPr id="14" name="Google Shape;147;g3fa33d35305_0_180">
            <a:extLst>
              <a:ext uri="{FF2B5EF4-FFF2-40B4-BE49-F238E27FC236}">
                <a16:creationId xmlns:a16="http://schemas.microsoft.com/office/drawing/2014/main" id="{EBF12777-1FC6-B86B-5B4D-8632B5E69307}"/>
              </a:ext>
            </a:extLst>
          </p:cNvPr>
          <p:cNvSpPr txBox="1"/>
          <p:nvPr/>
        </p:nvSpPr>
        <p:spPr>
          <a:xfrm>
            <a:off x="164464" y="2730671"/>
            <a:ext cx="8985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ajawal"/>
              <a:buNone/>
            </a:pPr>
            <a:r>
              <a:rPr lang="en" sz="1000">
                <a:solidFill>
                  <a:srgbClr val="FFFFFF"/>
                </a:solidFill>
                <a:latin typeface="Tajawal"/>
                <a:ea typeface="Tajawal"/>
                <a:cs typeface="Tajawal"/>
              </a:rPr>
              <a:t>16</a:t>
            </a:r>
            <a:endParaRPr lang="en" sz="1000" b="0" i="0" u="none" strike="noStrike" cap="none">
              <a:solidFill>
                <a:srgbClr val="FFFFFF"/>
              </a:solidFill>
              <a:latin typeface="Tajawal"/>
              <a:ea typeface="Tajawal"/>
              <a:cs typeface="Tajaw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g3fa33d35305_0_297" descr="/home/claude/w/assets/logo_dark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429" y="260604"/>
            <a:ext cx="891519" cy="30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g3fa33d35305_0_297"/>
          <p:cNvSpPr txBox="1"/>
          <p:nvPr/>
        </p:nvSpPr>
        <p:spPr>
          <a:xfrm>
            <a:off x="457429" y="651029"/>
            <a:ext cx="1371600" cy="1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DB0B"/>
              </a:buClr>
              <a:buSzPts val="600"/>
              <a:buFont typeface="Tajawal"/>
              <a:buNone/>
            </a:pPr>
            <a:r>
              <a:rPr lang="en" sz="1000" b="0" i="0" u="none" strike="noStrike" cap="none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تحدي الجامعات 2026</a:t>
            </a: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79" name="Google Shape;179;g3fa33d35305_0_297"/>
          <p:cNvSpPr txBox="1"/>
          <p:nvPr/>
        </p:nvSpPr>
        <p:spPr>
          <a:xfrm>
            <a:off x="2103349" y="246888"/>
            <a:ext cx="6583800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ajawal"/>
              <a:buNone/>
            </a:pPr>
            <a:r>
              <a:rPr lang="en" sz="2000" b="1" i="0" u="none" strike="noStrike" cap="none">
                <a:solidFill>
                  <a:srgbClr val="FFFFFF"/>
                </a:solidFill>
                <a:latin typeface="Tajawal"/>
                <a:ea typeface="Tajawal"/>
                <a:cs typeface="Tajawal"/>
                <a:sym typeface="Tajawal"/>
              </a:rPr>
              <a:t>بطاقة العميل المستهدف</a:t>
            </a:r>
            <a:endParaRPr sz="2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cxnSp>
        <p:nvCxnSpPr>
          <p:cNvPr id="181" name="Google Shape;181;g3fa33d35305_0_297"/>
          <p:cNvCxnSpPr/>
          <p:nvPr/>
        </p:nvCxnSpPr>
        <p:spPr>
          <a:xfrm>
            <a:off x="457429" y="966978"/>
            <a:ext cx="8229600" cy="0"/>
          </a:xfrm>
          <a:prstGeom prst="straightConnector1">
            <a:avLst/>
          </a:prstGeom>
          <a:noFill/>
          <a:ln w="9525" cap="flat" cmpd="sng">
            <a:solidFill>
              <a:srgbClr val="AEDB0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2" name="Google Shape;182;g3fa33d35305_0_297"/>
          <p:cNvSpPr/>
          <p:nvPr/>
        </p:nvSpPr>
        <p:spPr>
          <a:xfrm>
            <a:off x="6044413" y="1179576"/>
            <a:ext cx="2642700" cy="1302900"/>
          </a:xfrm>
          <a:prstGeom prst="roundRect">
            <a:avLst>
              <a:gd name="adj" fmla="val 1579"/>
            </a:avLst>
          </a:prstGeom>
          <a:solidFill>
            <a:srgbClr val="0B1219"/>
          </a:solidFill>
          <a:ln w="9525" cap="flat" cmpd="sng">
            <a:solidFill>
              <a:srgbClr val="1E2C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g3fa33d35305_0_297"/>
          <p:cNvSpPr txBox="1"/>
          <p:nvPr/>
        </p:nvSpPr>
        <p:spPr>
          <a:xfrm>
            <a:off x="6195289" y="1316736"/>
            <a:ext cx="2340900" cy="2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E5F8"/>
              </a:buClr>
              <a:buSzPts val="1000"/>
              <a:buFont typeface="Tajawal"/>
              <a:buNone/>
            </a:pPr>
            <a:r>
              <a:rPr lang="en" sz="1000" b="1" i="0" u="none" strike="noStrike" cap="none">
                <a:solidFill>
                  <a:srgbClr val="12E5F8"/>
                </a:solidFill>
                <a:latin typeface="Tajawal"/>
                <a:ea typeface="Tajawal"/>
                <a:cs typeface="Tajawal"/>
                <a:sym typeface="Tajawal"/>
              </a:rPr>
              <a:t>الاسم والوصف</a:t>
            </a: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cxnSp>
        <p:nvCxnSpPr>
          <p:cNvPr id="184" name="Google Shape;184;g3fa33d35305_0_297"/>
          <p:cNvCxnSpPr/>
          <p:nvPr/>
        </p:nvCxnSpPr>
        <p:spPr>
          <a:xfrm>
            <a:off x="6195289" y="1604772"/>
            <a:ext cx="2340900" cy="0"/>
          </a:xfrm>
          <a:prstGeom prst="straightConnector1">
            <a:avLst/>
          </a:prstGeom>
          <a:noFill/>
          <a:ln w="9525" cap="flat" cmpd="sng">
            <a:solidFill>
              <a:srgbClr val="1E2C3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5" name="Google Shape;185;g3fa33d35305_0_297"/>
          <p:cNvSpPr txBox="1"/>
          <p:nvPr/>
        </p:nvSpPr>
        <p:spPr>
          <a:xfrm>
            <a:off x="6195289" y="1687068"/>
            <a:ext cx="23409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lang="en" sz="1000" err="1">
                <a:solidFill>
                  <a:srgbClr val="FFFFFF"/>
                </a:solidFill>
                <a:latin typeface="Tajawal"/>
                <a:cs typeface="Tajawal"/>
              </a:rPr>
              <a:t>أمل</a:t>
            </a:r>
            <a:r>
              <a:rPr lang="en" sz="1000">
                <a:solidFill>
                  <a:srgbClr val="FFFFFF"/>
                </a:solidFill>
                <a:latin typeface="Tajawal"/>
                <a:cs typeface="Tajawal"/>
              </a:rPr>
              <a:t>، 29 </a:t>
            </a:r>
            <a:r>
              <a:rPr lang="en" sz="1000" err="1">
                <a:solidFill>
                  <a:srgbClr val="FFFFFF"/>
                </a:solidFill>
                <a:latin typeface="Tajawal"/>
                <a:cs typeface="Tajawal"/>
              </a:rPr>
              <a:t>سنة</a:t>
            </a:r>
            <a:r>
              <a:rPr lang="en" sz="1000">
                <a:solidFill>
                  <a:srgbClr val="FFFFFF"/>
                </a:solidFill>
                <a:latin typeface="Tajawal"/>
                <a:cs typeface="Tajawal"/>
              </a:rPr>
              <a:t>، </a:t>
            </a:r>
            <a:r>
              <a:rPr lang="en" sz="1000" err="1">
                <a:solidFill>
                  <a:srgbClr val="FFFFFF"/>
                </a:solidFill>
                <a:latin typeface="Tajawal"/>
                <a:cs typeface="Tajawal"/>
              </a:rPr>
              <a:t>حامل</a:t>
            </a:r>
            <a:r>
              <a:rPr lang="en" sz="100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err="1">
                <a:solidFill>
                  <a:srgbClr val="FFFFFF"/>
                </a:solidFill>
                <a:latin typeface="Tajawal"/>
                <a:cs typeface="Tajawal"/>
              </a:rPr>
              <a:t>للمرة</a:t>
            </a:r>
            <a:r>
              <a:rPr lang="en" sz="100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err="1">
                <a:solidFill>
                  <a:srgbClr val="FFFFFF"/>
                </a:solidFill>
                <a:latin typeface="Tajawal"/>
                <a:cs typeface="Tajawal"/>
              </a:rPr>
              <a:t>الأولى</a:t>
            </a:r>
            <a:r>
              <a:rPr lang="en" sz="1000">
                <a:solidFill>
                  <a:srgbClr val="FFFFFF"/>
                </a:solidFill>
                <a:latin typeface="Tajawal"/>
                <a:cs typeface="Tajawal"/>
              </a:rPr>
              <a:t>، </a:t>
            </a:r>
            <a:r>
              <a:rPr lang="en" sz="1000" err="1">
                <a:solidFill>
                  <a:srgbClr val="FFFFFF"/>
                </a:solidFill>
                <a:latin typeface="Tajawal"/>
                <a:cs typeface="Tajawal"/>
              </a:rPr>
              <a:t>في</a:t>
            </a:r>
            <a:r>
              <a:rPr lang="en" sz="100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err="1">
                <a:solidFill>
                  <a:srgbClr val="FFFFFF"/>
                </a:solidFill>
                <a:latin typeface="Tajawal"/>
                <a:cs typeface="Tajawal"/>
              </a:rPr>
              <a:t>الأسبوع</a:t>
            </a:r>
            <a:r>
              <a:rPr lang="en" sz="1000">
                <a:solidFill>
                  <a:srgbClr val="FFFFFF"/>
                </a:solidFill>
                <a:latin typeface="Tajawal"/>
                <a:cs typeface="Tajawal"/>
              </a:rPr>
              <a:t> 31، </a:t>
            </a:r>
            <a:r>
              <a:rPr lang="en" sz="1000" err="1">
                <a:solidFill>
                  <a:srgbClr val="FFFFFF"/>
                </a:solidFill>
                <a:latin typeface="Tajawal"/>
                <a:cs typeface="Tajawal"/>
              </a:rPr>
              <a:t>دون</a:t>
            </a:r>
            <a:r>
              <a:rPr lang="en" sz="100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err="1">
                <a:solidFill>
                  <a:srgbClr val="FFFFFF"/>
                </a:solidFill>
                <a:latin typeface="Tajawal"/>
                <a:cs typeface="Tajawal"/>
              </a:rPr>
              <a:t>عوامل</a:t>
            </a:r>
            <a:r>
              <a:rPr lang="en" sz="100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err="1">
                <a:solidFill>
                  <a:srgbClr val="FFFFFF"/>
                </a:solidFill>
                <a:latin typeface="Tajawal"/>
                <a:cs typeface="Tajawal"/>
              </a:rPr>
              <a:t>خطورة</a:t>
            </a:r>
            <a:r>
              <a:rPr lang="en" sz="100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err="1">
                <a:solidFill>
                  <a:srgbClr val="FFFFFF"/>
                </a:solidFill>
                <a:latin typeface="Tajawal"/>
                <a:cs typeface="Tajawal"/>
              </a:rPr>
              <a:t>معروفة</a:t>
            </a:r>
            <a:r>
              <a:rPr lang="en" sz="100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err="1">
                <a:solidFill>
                  <a:srgbClr val="FFFFFF"/>
                </a:solidFill>
                <a:latin typeface="Tajawal"/>
                <a:cs typeface="Tajawal"/>
              </a:rPr>
              <a:t>سابقًا</a:t>
            </a:r>
            <a:r>
              <a:rPr lang="en" sz="1000">
                <a:solidFill>
                  <a:srgbClr val="FFFFFF"/>
                </a:solidFill>
                <a:latin typeface="Tajawal"/>
                <a:cs typeface="Tajawal"/>
              </a:rPr>
              <a:t>.</a:t>
            </a:r>
            <a:endParaRPr lang="en-US"/>
          </a:p>
          <a:p>
            <a:pPr marL="0" marR="0" lvl="0" indent="0" algn="r" rtl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900"/>
              <a:buFont typeface="Tajawal"/>
              <a:buNone/>
            </a:pPr>
            <a:endParaRPr lang="en" sz="1000" b="0" i="0" u="none" strike="noStrike" cap="none">
              <a:solidFill>
                <a:srgbClr val="FFFFFF"/>
              </a:solidFill>
              <a:latin typeface="Tajawal"/>
              <a:ea typeface="Tajawal"/>
              <a:cs typeface="Tajawal"/>
            </a:endParaRPr>
          </a:p>
        </p:txBody>
      </p:sp>
      <p:sp>
        <p:nvSpPr>
          <p:cNvPr id="186" name="Google Shape;186;g3fa33d35305_0_297"/>
          <p:cNvSpPr/>
          <p:nvPr/>
        </p:nvSpPr>
        <p:spPr>
          <a:xfrm>
            <a:off x="3250921" y="1179576"/>
            <a:ext cx="2642700" cy="1302900"/>
          </a:xfrm>
          <a:prstGeom prst="roundRect">
            <a:avLst>
              <a:gd name="adj" fmla="val 1579"/>
            </a:avLst>
          </a:prstGeom>
          <a:solidFill>
            <a:srgbClr val="0B1219"/>
          </a:solidFill>
          <a:ln w="9525" cap="flat" cmpd="sng">
            <a:solidFill>
              <a:srgbClr val="1E2C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g3fa33d35305_0_297"/>
          <p:cNvSpPr txBox="1"/>
          <p:nvPr/>
        </p:nvSpPr>
        <p:spPr>
          <a:xfrm>
            <a:off x="3401797" y="1316736"/>
            <a:ext cx="2340900" cy="2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E5F8"/>
              </a:buClr>
              <a:buSzPts val="1000"/>
              <a:buFont typeface="Tajawal"/>
              <a:buNone/>
            </a:pPr>
            <a:r>
              <a:rPr lang="en" sz="1000" b="1" i="0" u="none" strike="noStrike" cap="none">
                <a:solidFill>
                  <a:srgbClr val="12E5F8"/>
                </a:solidFill>
                <a:latin typeface="Tajawal"/>
                <a:ea typeface="Tajawal"/>
                <a:cs typeface="Tajawal"/>
                <a:sym typeface="Tajawal"/>
              </a:rPr>
              <a:t>يومه المعتاد</a:t>
            </a: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cxnSp>
        <p:nvCxnSpPr>
          <p:cNvPr id="188" name="Google Shape;188;g3fa33d35305_0_297"/>
          <p:cNvCxnSpPr/>
          <p:nvPr/>
        </p:nvCxnSpPr>
        <p:spPr>
          <a:xfrm>
            <a:off x="3401797" y="1604772"/>
            <a:ext cx="2340900" cy="0"/>
          </a:xfrm>
          <a:prstGeom prst="straightConnector1">
            <a:avLst/>
          </a:prstGeom>
          <a:noFill/>
          <a:ln w="9525" cap="flat" cmpd="sng">
            <a:solidFill>
              <a:srgbClr val="1E2C3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9" name="Google Shape;189;g3fa33d35305_0_297"/>
          <p:cNvSpPr txBox="1"/>
          <p:nvPr/>
        </p:nvSpPr>
        <p:spPr>
          <a:xfrm>
            <a:off x="3401797" y="1687068"/>
            <a:ext cx="23409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lang="en" sz="1000" err="1">
                <a:solidFill>
                  <a:schemeClr val="lt1"/>
                </a:solidFill>
                <a:latin typeface="Tajawal"/>
                <a:cs typeface="Tajawal"/>
              </a:rPr>
              <a:t>تعمل</a:t>
            </a:r>
            <a:r>
              <a:rPr lang="en" sz="100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err="1">
                <a:solidFill>
                  <a:schemeClr val="lt1"/>
                </a:solidFill>
                <a:latin typeface="Tajawal"/>
                <a:cs typeface="Tajawal"/>
              </a:rPr>
              <a:t>وتتابع</a:t>
            </a:r>
            <a:r>
              <a:rPr lang="en" sz="100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err="1">
                <a:solidFill>
                  <a:schemeClr val="lt1"/>
                </a:solidFill>
                <a:latin typeface="Tajawal"/>
                <a:cs typeface="Tajawal"/>
              </a:rPr>
              <a:t>حملها</a:t>
            </a:r>
            <a:r>
              <a:rPr lang="en" sz="100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err="1">
                <a:solidFill>
                  <a:schemeClr val="lt1"/>
                </a:solidFill>
                <a:latin typeface="Tajawal"/>
                <a:cs typeface="Tajawal"/>
              </a:rPr>
              <a:t>بشكل</a:t>
            </a:r>
            <a:r>
              <a:rPr lang="en" sz="100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err="1">
                <a:solidFill>
                  <a:schemeClr val="lt1"/>
                </a:solidFill>
                <a:latin typeface="Tajawal"/>
                <a:cs typeface="Tajawal"/>
              </a:rPr>
              <a:t>طبيعي</a:t>
            </a:r>
            <a:r>
              <a:rPr lang="en" sz="1000">
                <a:solidFill>
                  <a:schemeClr val="lt1"/>
                </a:solidFill>
                <a:latin typeface="Tajawal"/>
                <a:cs typeface="Tajawal"/>
              </a:rPr>
              <a:t>، </a:t>
            </a:r>
            <a:r>
              <a:rPr lang="en" sz="1000" err="1">
                <a:solidFill>
                  <a:schemeClr val="lt1"/>
                </a:solidFill>
                <a:latin typeface="Tajawal"/>
                <a:cs typeface="Tajawal"/>
              </a:rPr>
              <a:t>وقد</a:t>
            </a:r>
            <a:r>
              <a:rPr lang="en" sz="100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err="1">
                <a:solidFill>
                  <a:schemeClr val="lt1"/>
                </a:solidFill>
                <a:latin typeface="Tajawal"/>
                <a:cs typeface="Tajawal"/>
              </a:rPr>
              <a:t>تعتبر</a:t>
            </a:r>
            <a:r>
              <a:rPr lang="en" sz="100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err="1">
                <a:solidFill>
                  <a:schemeClr val="lt1"/>
                </a:solidFill>
                <a:latin typeface="Tajawal"/>
                <a:cs typeface="Tajawal"/>
              </a:rPr>
              <a:t>بعض</a:t>
            </a:r>
            <a:r>
              <a:rPr lang="en" sz="100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err="1">
                <a:solidFill>
                  <a:schemeClr val="lt1"/>
                </a:solidFill>
                <a:latin typeface="Tajawal"/>
                <a:cs typeface="Tajawal"/>
              </a:rPr>
              <a:t>الأعراض</a:t>
            </a:r>
            <a:r>
              <a:rPr lang="en" sz="100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err="1">
                <a:solidFill>
                  <a:schemeClr val="lt1"/>
                </a:solidFill>
                <a:latin typeface="Tajawal"/>
                <a:cs typeface="Tajawal"/>
              </a:rPr>
              <a:t>نتيجة</a:t>
            </a:r>
            <a:r>
              <a:rPr lang="en" sz="100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err="1">
                <a:solidFill>
                  <a:schemeClr val="lt1"/>
                </a:solidFill>
                <a:latin typeface="Tajawal"/>
                <a:cs typeface="Tajawal"/>
              </a:rPr>
              <a:t>للإرهاق</a:t>
            </a:r>
            <a:r>
              <a:rPr lang="en" sz="100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err="1">
                <a:solidFill>
                  <a:schemeClr val="lt1"/>
                </a:solidFill>
                <a:latin typeface="Tajawal"/>
                <a:cs typeface="Tajawal"/>
              </a:rPr>
              <a:t>أو</a:t>
            </a:r>
            <a:r>
              <a:rPr lang="en" sz="100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err="1">
                <a:solidFill>
                  <a:schemeClr val="lt1"/>
                </a:solidFill>
                <a:latin typeface="Tajawal"/>
                <a:cs typeface="Tajawal"/>
              </a:rPr>
              <a:t>الحمل</a:t>
            </a:r>
            <a:r>
              <a:rPr lang="en" sz="1000">
                <a:solidFill>
                  <a:schemeClr val="lt1"/>
                </a:solidFill>
                <a:latin typeface="Tajawal"/>
                <a:cs typeface="Tajawal"/>
              </a:rPr>
              <a:t>.</a:t>
            </a:r>
            <a:endParaRPr lang="en-US">
              <a:solidFill>
                <a:schemeClr val="lt1"/>
              </a:solidFill>
            </a:endParaRPr>
          </a:p>
          <a:p>
            <a:pPr marL="0" marR="0" lvl="0" indent="0" algn="r" rtl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ajawal"/>
              <a:buNone/>
            </a:pPr>
            <a:endParaRPr sz="1000">
              <a:solidFill>
                <a:srgbClr val="FFFFF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90" name="Google Shape;190;g3fa33d35305_0_297"/>
          <p:cNvSpPr/>
          <p:nvPr/>
        </p:nvSpPr>
        <p:spPr>
          <a:xfrm>
            <a:off x="457429" y="1179576"/>
            <a:ext cx="2642700" cy="1302900"/>
          </a:xfrm>
          <a:prstGeom prst="roundRect">
            <a:avLst>
              <a:gd name="adj" fmla="val 1579"/>
            </a:avLst>
          </a:prstGeom>
          <a:solidFill>
            <a:srgbClr val="0B1219"/>
          </a:solidFill>
          <a:ln w="9525" cap="flat" cmpd="sng">
            <a:solidFill>
              <a:srgbClr val="1E2C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g3fa33d35305_0_297"/>
          <p:cNvSpPr txBox="1"/>
          <p:nvPr/>
        </p:nvSpPr>
        <p:spPr>
          <a:xfrm>
            <a:off x="608305" y="1316736"/>
            <a:ext cx="2340900" cy="2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E5F8"/>
              </a:buClr>
              <a:buSzPts val="1000"/>
              <a:buFont typeface="Tajawal"/>
              <a:buNone/>
            </a:pPr>
            <a:r>
              <a:rPr lang="en" sz="1000" b="1" i="0" u="none" strike="noStrike" cap="none">
                <a:solidFill>
                  <a:srgbClr val="12E5F8"/>
                </a:solidFill>
                <a:latin typeface="Tajawal"/>
                <a:ea typeface="Tajawal"/>
                <a:cs typeface="Tajawal"/>
                <a:sym typeface="Tajawal"/>
              </a:rPr>
              <a:t>ما يحاول إنجازه</a:t>
            </a: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cxnSp>
        <p:nvCxnSpPr>
          <p:cNvPr id="192" name="Google Shape;192;g3fa33d35305_0_297"/>
          <p:cNvCxnSpPr/>
          <p:nvPr/>
        </p:nvCxnSpPr>
        <p:spPr>
          <a:xfrm>
            <a:off x="608305" y="1604772"/>
            <a:ext cx="2340900" cy="0"/>
          </a:xfrm>
          <a:prstGeom prst="straightConnector1">
            <a:avLst/>
          </a:prstGeom>
          <a:noFill/>
          <a:ln w="9525" cap="flat" cmpd="sng">
            <a:solidFill>
              <a:srgbClr val="1E2C3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3" name="Google Shape;193;g3fa33d35305_0_297"/>
          <p:cNvSpPr txBox="1"/>
          <p:nvPr/>
        </p:nvSpPr>
        <p:spPr>
          <a:xfrm>
            <a:off x="608305" y="1687068"/>
            <a:ext cx="23409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lang="en-US" sz="1000" err="1">
                <a:solidFill>
                  <a:srgbClr val="FFFFFF"/>
                </a:solidFill>
                <a:latin typeface="Tajawal"/>
                <a:cs typeface="Tajawal"/>
              </a:rPr>
              <a:t>الاطمئنان</a:t>
            </a:r>
            <a:r>
              <a:rPr lang="en-US" sz="100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-US" sz="1000" err="1">
                <a:solidFill>
                  <a:srgbClr val="FFFFFF"/>
                </a:solidFill>
                <a:latin typeface="Tajawal"/>
                <a:cs typeface="Tajawal"/>
              </a:rPr>
              <a:t>على</a:t>
            </a:r>
            <a:r>
              <a:rPr lang="en-US" sz="100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-US" sz="1000" err="1">
                <a:solidFill>
                  <a:srgbClr val="FFFFFF"/>
                </a:solidFill>
                <a:latin typeface="Tajawal"/>
                <a:cs typeface="Tajawal"/>
              </a:rPr>
              <a:t>حملها</a:t>
            </a:r>
            <a:r>
              <a:rPr lang="en-US" sz="100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-US" sz="1000" err="1">
                <a:solidFill>
                  <a:srgbClr val="FFFFFF"/>
                </a:solidFill>
                <a:latin typeface="Tajawal"/>
                <a:cs typeface="Tajawal"/>
              </a:rPr>
              <a:t>ومعرفة</a:t>
            </a:r>
            <a:r>
              <a:rPr lang="en-US" sz="100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-US" sz="1000" err="1">
                <a:solidFill>
                  <a:srgbClr val="FFFFFF"/>
                </a:solidFill>
                <a:latin typeface="Tajawal"/>
                <a:cs typeface="Tajawal"/>
              </a:rPr>
              <a:t>متى</a:t>
            </a:r>
            <a:r>
              <a:rPr lang="en-US" sz="100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-US" sz="1000" err="1">
                <a:solidFill>
                  <a:srgbClr val="FFFFFF"/>
                </a:solidFill>
                <a:latin typeface="Tajawal"/>
                <a:cs typeface="Tajawal"/>
              </a:rPr>
              <a:t>تحتاج</a:t>
            </a:r>
            <a:r>
              <a:rPr lang="en-US" sz="100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-US" sz="1000" err="1">
                <a:solidFill>
                  <a:srgbClr val="FFFFFF"/>
                </a:solidFill>
                <a:latin typeface="Tajawal"/>
                <a:cs typeface="Tajawal"/>
              </a:rPr>
              <a:t>إلى</a:t>
            </a:r>
            <a:r>
              <a:rPr lang="en-US" sz="100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-US" sz="1000" err="1">
                <a:solidFill>
                  <a:srgbClr val="FFFFFF"/>
                </a:solidFill>
                <a:latin typeface="Tajawal"/>
                <a:cs typeface="Tajawal"/>
              </a:rPr>
              <a:t>مراجعة</a:t>
            </a:r>
            <a:r>
              <a:rPr lang="en-US" sz="100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-US" sz="1000" err="1">
                <a:solidFill>
                  <a:srgbClr val="FFFFFF"/>
                </a:solidFill>
                <a:latin typeface="Tajawal"/>
                <a:cs typeface="Tajawal"/>
              </a:rPr>
              <a:t>الطبيب</a:t>
            </a:r>
            <a:r>
              <a:rPr lang="en-US" sz="1000">
                <a:solidFill>
                  <a:srgbClr val="FFFFFF"/>
                </a:solidFill>
                <a:latin typeface="Tajawal"/>
                <a:cs typeface="Tajawal"/>
              </a:rPr>
              <a:t>.</a:t>
            </a:r>
            <a:endParaRPr lang="en-US"/>
          </a:p>
        </p:txBody>
      </p:sp>
      <p:sp>
        <p:nvSpPr>
          <p:cNvPr id="194" name="Google Shape;194;g3fa33d35305_0_297"/>
          <p:cNvSpPr/>
          <p:nvPr/>
        </p:nvSpPr>
        <p:spPr>
          <a:xfrm>
            <a:off x="6044413" y="2660904"/>
            <a:ext cx="2642700" cy="1302900"/>
          </a:xfrm>
          <a:prstGeom prst="roundRect">
            <a:avLst>
              <a:gd name="adj" fmla="val 1579"/>
            </a:avLst>
          </a:prstGeom>
          <a:solidFill>
            <a:srgbClr val="070C11"/>
          </a:solidFill>
          <a:ln w="9525" cap="flat" cmpd="sng">
            <a:solidFill>
              <a:srgbClr val="1E2C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g3fa33d35305_0_297"/>
          <p:cNvSpPr txBox="1"/>
          <p:nvPr/>
        </p:nvSpPr>
        <p:spPr>
          <a:xfrm>
            <a:off x="6195289" y="2798064"/>
            <a:ext cx="2340900" cy="2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E5F8"/>
              </a:buClr>
              <a:buSzPts val="1000"/>
              <a:buFont typeface="Tajawal"/>
              <a:buNone/>
            </a:pPr>
            <a:r>
              <a:rPr lang="en" sz="1000" b="1" i="0" u="none" strike="noStrike" cap="none">
                <a:solidFill>
                  <a:srgbClr val="12E5F8"/>
                </a:solidFill>
                <a:latin typeface="Tajawal"/>
                <a:ea typeface="Tajawal"/>
                <a:cs typeface="Tajawal"/>
                <a:sym typeface="Tajawal"/>
              </a:rPr>
              <a:t>ما يعطّله</a:t>
            </a: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cxnSp>
        <p:nvCxnSpPr>
          <p:cNvPr id="196" name="Google Shape;196;g3fa33d35305_0_297"/>
          <p:cNvCxnSpPr/>
          <p:nvPr/>
        </p:nvCxnSpPr>
        <p:spPr>
          <a:xfrm>
            <a:off x="6195289" y="3086100"/>
            <a:ext cx="2340900" cy="0"/>
          </a:xfrm>
          <a:prstGeom prst="straightConnector1">
            <a:avLst/>
          </a:prstGeom>
          <a:noFill/>
          <a:ln w="9525" cap="flat" cmpd="sng">
            <a:solidFill>
              <a:srgbClr val="1E2C3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7" name="Google Shape;197;g3fa33d35305_0_297"/>
          <p:cNvSpPr txBox="1"/>
          <p:nvPr/>
        </p:nvSpPr>
        <p:spPr>
          <a:xfrm>
            <a:off x="6195289" y="3168396"/>
            <a:ext cx="23409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lang="en" sz="1000" err="1">
                <a:solidFill>
                  <a:srgbClr val="FFFFFF"/>
                </a:solidFill>
                <a:latin typeface="Tajawal"/>
                <a:cs typeface="Tajawal"/>
              </a:rPr>
              <a:t>صعوبة</a:t>
            </a:r>
            <a:r>
              <a:rPr lang="en" sz="100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err="1">
                <a:solidFill>
                  <a:srgbClr val="FFFFFF"/>
                </a:solidFill>
                <a:latin typeface="Tajawal"/>
                <a:cs typeface="Tajawal"/>
              </a:rPr>
              <a:t>التمييز</a:t>
            </a:r>
            <a:r>
              <a:rPr lang="en" sz="100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err="1">
                <a:solidFill>
                  <a:srgbClr val="FFFFFF"/>
                </a:solidFill>
                <a:latin typeface="Tajawal"/>
                <a:cs typeface="Tajawal"/>
              </a:rPr>
              <a:t>بين</a:t>
            </a:r>
            <a:r>
              <a:rPr lang="en" sz="100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err="1">
                <a:solidFill>
                  <a:srgbClr val="FFFFFF"/>
                </a:solidFill>
                <a:latin typeface="Tajawal"/>
                <a:cs typeface="Tajawal"/>
              </a:rPr>
              <a:t>الأعراض</a:t>
            </a:r>
            <a:r>
              <a:rPr lang="en" sz="100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err="1">
                <a:solidFill>
                  <a:srgbClr val="FFFFFF"/>
                </a:solidFill>
                <a:latin typeface="Tajawal"/>
                <a:cs typeface="Tajawal"/>
              </a:rPr>
              <a:t>الطبيعية</a:t>
            </a:r>
            <a:r>
              <a:rPr lang="en" sz="100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err="1">
                <a:solidFill>
                  <a:srgbClr val="FFFFFF"/>
                </a:solidFill>
                <a:latin typeface="Tajawal"/>
                <a:cs typeface="Tajawal"/>
              </a:rPr>
              <a:t>والمهمة</a:t>
            </a:r>
            <a:r>
              <a:rPr lang="en" sz="1000">
                <a:solidFill>
                  <a:srgbClr val="FFFFFF"/>
                </a:solidFill>
                <a:latin typeface="Tajawal"/>
                <a:cs typeface="Tajawal"/>
              </a:rPr>
              <a:t>، </a:t>
            </a:r>
            <a:r>
              <a:rPr lang="en" sz="1000" err="1">
                <a:solidFill>
                  <a:srgbClr val="FFFFFF"/>
                </a:solidFill>
                <a:latin typeface="Tajawal"/>
                <a:cs typeface="Tajawal"/>
              </a:rPr>
              <a:t>والخوف</a:t>
            </a:r>
            <a:r>
              <a:rPr lang="en" sz="100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err="1">
                <a:solidFill>
                  <a:srgbClr val="FFFFFF"/>
                </a:solidFill>
                <a:latin typeface="Tajawal"/>
                <a:cs typeface="Tajawal"/>
              </a:rPr>
              <a:t>من</a:t>
            </a:r>
            <a:r>
              <a:rPr lang="en" sz="100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err="1">
                <a:solidFill>
                  <a:srgbClr val="FFFFFF"/>
                </a:solidFill>
                <a:latin typeface="Tajawal"/>
                <a:cs typeface="Tajawal"/>
              </a:rPr>
              <a:t>المبالغة</a:t>
            </a:r>
            <a:r>
              <a:rPr lang="en" sz="1000">
                <a:solidFill>
                  <a:srgbClr val="FFFFFF"/>
                </a:solidFill>
                <a:latin typeface="Tajawal"/>
                <a:cs typeface="Tajawal"/>
              </a:rPr>
              <a:t>، </a:t>
            </a:r>
            <a:r>
              <a:rPr lang="en" sz="1000" err="1">
                <a:solidFill>
                  <a:srgbClr val="FFFFFF"/>
                </a:solidFill>
                <a:latin typeface="Tajawal"/>
                <a:cs typeface="Tajawal"/>
              </a:rPr>
              <a:t>وصعوبة</a:t>
            </a:r>
            <a:r>
              <a:rPr lang="en" sz="100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err="1">
                <a:solidFill>
                  <a:srgbClr val="FFFFFF"/>
                </a:solidFill>
                <a:latin typeface="Tajawal"/>
                <a:cs typeface="Tajawal"/>
              </a:rPr>
              <a:t>الحصول</a:t>
            </a:r>
            <a:r>
              <a:rPr lang="en" sz="100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err="1">
                <a:solidFill>
                  <a:srgbClr val="FFFFFF"/>
                </a:solidFill>
                <a:latin typeface="Tajawal"/>
                <a:cs typeface="Tajawal"/>
              </a:rPr>
              <a:t>على</a:t>
            </a:r>
            <a:r>
              <a:rPr lang="en" sz="100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err="1">
                <a:solidFill>
                  <a:srgbClr val="FFFFFF"/>
                </a:solidFill>
                <a:latin typeface="Tajawal"/>
                <a:cs typeface="Tajawal"/>
              </a:rPr>
              <a:t>موعد</a:t>
            </a:r>
            <a:r>
              <a:rPr lang="en" sz="100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err="1">
                <a:solidFill>
                  <a:srgbClr val="FFFFFF"/>
                </a:solidFill>
                <a:latin typeface="Tajawal"/>
                <a:cs typeface="Tajawal"/>
              </a:rPr>
              <a:t>سريع</a:t>
            </a:r>
            <a:r>
              <a:rPr lang="en" sz="1000">
                <a:solidFill>
                  <a:srgbClr val="FFFFFF"/>
                </a:solidFill>
                <a:latin typeface="Tajawal"/>
                <a:cs typeface="Tajawal"/>
              </a:rPr>
              <a:t>.</a:t>
            </a:r>
            <a:endParaRPr lang="en-US"/>
          </a:p>
          <a:p>
            <a:pPr algn="r" rtl="1">
              <a:lnSpc>
                <a:spcPct val="130000"/>
              </a:lnSpc>
              <a:buSzPts val="900"/>
              <a:buFont typeface="Tajawal"/>
            </a:pPr>
            <a:endParaRPr lang="en" sz="1000">
              <a:solidFill>
                <a:schemeClr val="lt1"/>
              </a:solidFill>
              <a:latin typeface="Tajawal"/>
              <a:ea typeface="Tajawal"/>
              <a:cs typeface="Tajawal"/>
            </a:endParaRPr>
          </a:p>
          <a:p>
            <a:pPr marL="0" marR="0" lvl="0" indent="0" algn="r" rtl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ajawal"/>
              <a:buNone/>
            </a:pPr>
            <a:endParaRPr sz="1000">
              <a:solidFill>
                <a:srgbClr val="FFFFF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98" name="Google Shape;198;g3fa33d35305_0_297"/>
          <p:cNvSpPr/>
          <p:nvPr/>
        </p:nvSpPr>
        <p:spPr>
          <a:xfrm>
            <a:off x="3250921" y="2660904"/>
            <a:ext cx="2642700" cy="1302900"/>
          </a:xfrm>
          <a:prstGeom prst="roundRect">
            <a:avLst>
              <a:gd name="adj" fmla="val 1579"/>
            </a:avLst>
          </a:prstGeom>
          <a:solidFill>
            <a:srgbClr val="070C11"/>
          </a:solidFill>
          <a:ln w="9525" cap="flat" cmpd="sng">
            <a:solidFill>
              <a:srgbClr val="1E2C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g3fa33d35305_0_297"/>
          <p:cNvSpPr txBox="1"/>
          <p:nvPr/>
        </p:nvSpPr>
        <p:spPr>
          <a:xfrm>
            <a:off x="3401797" y="2798064"/>
            <a:ext cx="2340900" cy="2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E5F8"/>
              </a:buClr>
              <a:buSzPts val="1000"/>
              <a:buFont typeface="Tajawal"/>
              <a:buNone/>
            </a:pPr>
            <a:r>
              <a:rPr lang="en" sz="1000" b="1" i="0" u="none" strike="noStrike" cap="none">
                <a:solidFill>
                  <a:srgbClr val="12E5F8"/>
                </a:solidFill>
                <a:latin typeface="Tajawal"/>
                <a:ea typeface="Tajawal"/>
                <a:cs typeface="Tajawal"/>
                <a:sym typeface="Tajawal"/>
              </a:rPr>
              <a:t>كيف يحلّها اليوم</a:t>
            </a: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cxnSp>
        <p:nvCxnSpPr>
          <p:cNvPr id="200" name="Google Shape;200;g3fa33d35305_0_297"/>
          <p:cNvCxnSpPr/>
          <p:nvPr/>
        </p:nvCxnSpPr>
        <p:spPr>
          <a:xfrm>
            <a:off x="3401797" y="3086100"/>
            <a:ext cx="2340900" cy="0"/>
          </a:xfrm>
          <a:prstGeom prst="straightConnector1">
            <a:avLst/>
          </a:prstGeom>
          <a:noFill/>
          <a:ln w="9525" cap="flat" cmpd="sng">
            <a:solidFill>
              <a:srgbClr val="1E2C3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1" name="Google Shape;201;g3fa33d35305_0_297"/>
          <p:cNvSpPr txBox="1"/>
          <p:nvPr/>
        </p:nvSpPr>
        <p:spPr>
          <a:xfrm>
            <a:off x="3401797" y="3168396"/>
            <a:ext cx="23409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lang="en-US" sz="1000" err="1">
                <a:solidFill>
                  <a:srgbClr val="FFFFFF"/>
                </a:solidFill>
                <a:latin typeface="Tajawal"/>
                <a:cs typeface="Tajawal"/>
                <a:sym typeface="Tajawal"/>
              </a:rPr>
              <a:t>تسأل</a:t>
            </a:r>
            <a:r>
              <a:rPr lang="en-US" sz="1000">
                <a:solidFill>
                  <a:srgbClr val="FFFFFF"/>
                </a:solidFill>
                <a:latin typeface="Tajawal"/>
                <a:cs typeface="Tajawal"/>
                <a:sym typeface="Tajawal"/>
              </a:rPr>
              <a:t> </a:t>
            </a:r>
            <a:r>
              <a:rPr lang="en-US" sz="1000" err="1">
                <a:solidFill>
                  <a:srgbClr val="FFFFFF"/>
                </a:solidFill>
                <a:latin typeface="Tajawal"/>
                <a:cs typeface="Tajawal"/>
                <a:sym typeface="Tajawal"/>
              </a:rPr>
              <a:t>أختها</a:t>
            </a:r>
            <a:r>
              <a:rPr lang="en-US" sz="1000">
                <a:solidFill>
                  <a:srgbClr val="FFFFFF"/>
                </a:solidFill>
                <a:latin typeface="Tajawal"/>
                <a:cs typeface="Tajawal"/>
                <a:sym typeface="Tajawal"/>
              </a:rPr>
              <a:t> </a:t>
            </a:r>
            <a:r>
              <a:rPr lang="en-US" sz="1000" err="1">
                <a:solidFill>
                  <a:srgbClr val="FFFFFF"/>
                </a:solidFill>
                <a:latin typeface="Tajawal"/>
                <a:cs typeface="Tajawal"/>
                <a:sym typeface="Tajawal"/>
              </a:rPr>
              <a:t>أولًا</a:t>
            </a:r>
            <a:r>
              <a:rPr lang="en-US" sz="1000">
                <a:solidFill>
                  <a:srgbClr val="FFFFFF"/>
                </a:solidFill>
                <a:latin typeface="Tajawal"/>
                <a:cs typeface="Tajawal"/>
                <a:sym typeface="Tajawal"/>
              </a:rPr>
              <a:t>، </a:t>
            </a:r>
            <a:r>
              <a:rPr lang="en-US" sz="1000" err="1">
                <a:solidFill>
                  <a:srgbClr val="FFFFFF"/>
                </a:solidFill>
                <a:latin typeface="Tajawal"/>
                <a:cs typeface="Tajawal"/>
                <a:sym typeface="Tajawal"/>
              </a:rPr>
              <a:t>ثم</a:t>
            </a:r>
            <a:r>
              <a:rPr lang="en-US" sz="1000">
                <a:solidFill>
                  <a:srgbClr val="FFFFFF"/>
                </a:solidFill>
                <a:latin typeface="Tajawal"/>
                <a:cs typeface="Tajawal"/>
                <a:sym typeface="Tajawal"/>
              </a:rPr>
              <a:t> </a:t>
            </a:r>
            <a:r>
              <a:rPr lang="en-US" sz="1000" err="1">
                <a:solidFill>
                  <a:srgbClr val="FFFFFF"/>
                </a:solidFill>
                <a:latin typeface="Tajawal"/>
                <a:cs typeface="Tajawal"/>
                <a:sym typeface="Tajawal"/>
              </a:rPr>
              <a:t>تنتظر</a:t>
            </a:r>
            <a:r>
              <a:rPr lang="en-US" sz="1000">
                <a:solidFill>
                  <a:srgbClr val="FFFFFF"/>
                </a:solidFill>
                <a:latin typeface="Tajawal"/>
                <a:cs typeface="Tajawal"/>
                <a:sym typeface="Tajawal"/>
              </a:rPr>
              <a:t> </a:t>
            </a:r>
            <a:r>
              <a:rPr lang="en-US" sz="1000" err="1">
                <a:solidFill>
                  <a:srgbClr val="FFFFFF"/>
                </a:solidFill>
                <a:latin typeface="Tajawal"/>
                <a:cs typeface="Tajawal"/>
                <a:sym typeface="Tajawal"/>
              </a:rPr>
              <a:t>وتراقب</a:t>
            </a:r>
            <a:r>
              <a:rPr lang="en-US" sz="1000">
                <a:solidFill>
                  <a:srgbClr val="FFFFFF"/>
                </a:solidFill>
                <a:latin typeface="Tajawal"/>
                <a:cs typeface="Tajawal"/>
                <a:sym typeface="Tajawal"/>
              </a:rPr>
              <a:t> </a:t>
            </a:r>
            <a:r>
              <a:rPr lang="en-US" sz="1000" err="1">
                <a:solidFill>
                  <a:srgbClr val="FFFFFF"/>
                </a:solidFill>
                <a:latin typeface="Tajawal"/>
                <a:cs typeface="Tajawal"/>
                <a:sym typeface="Tajawal"/>
              </a:rPr>
              <a:t>الأعراض</a:t>
            </a:r>
            <a:r>
              <a:rPr lang="en-US" sz="1000">
                <a:solidFill>
                  <a:srgbClr val="FFFFFF"/>
                </a:solidFill>
                <a:latin typeface="Tajawal"/>
                <a:cs typeface="Tajawal"/>
                <a:sym typeface="Tajawal"/>
              </a:rPr>
              <a:t> </a:t>
            </a:r>
            <a:r>
              <a:rPr lang="en-US" sz="1000" err="1">
                <a:solidFill>
                  <a:srgbClr val="FFFFFF"/>
                </a:solidFill>
                <a:latin typeface="Tajawal"/>
                <a:cs typeface="Tajawal"/>
                <a:sym typeface="Tajawal"/>
              </a:rPr>
              <a:t>قبل</a:t>
            </a:r>
            <a:r>
              <a:rPr lang="en-US" sz="1000">
                <a:solidFill>
                  <a:srgbClr val="FFFFFF"/>
                </a:solidFill>
                <a:latin typeface="Tajawal"/>
                <a:cs typeface="Tajawal"/>
                <a:sym typeface="Tajawal"/>
              </a:rPr>
              <a:t> </a:t>
            </a:r>
            <a:r>
              <a:rPr lang="en-US" sz="1000" err="1">
                <a:solidFill>
                  <a:srgbClr val="FFFFFF"/>
                </a:solidFill>
                <a:latin typeface="Tajawal"/>
                <a:cs typeface="Tajawal"/>
                <a:sym typeface="Tajawal"/>
              </a:rPr>
              <a:t>التواصل</a:t>
            </a:r>
            <a:r>
              <a:rPr lang="en-US" sz="1000">
                <a:solidFill>
                  <a:srgbClr val="FFFFFF"/>
                </a:solidFill>
                <a:latin typeface="Tajawal"/>
                <a:cs typeface="Tajawal"/>
                <a:sym typeface="Tajawal"/>
              </a:rPr>
              <a:t> </a:t>
            </a:r>
            <a:r>
              <a:rPr lang="en-US" sz="1000" err="1">
                <a:solidFill>
                  <a:srgbClr val="FFFFFF"/>
                </a:solidFill>
                <a:latin typeface="Tajawal"/>
                <a:cs typeface="Tajawal"/>
                <a:sym typeface="Tajawal"/>
              </a:rPr>
              <a:t>مع</a:t>
            </a:r>
            <a:r>
              <a:rPr lang="en-US" sz="1000">
                <a:solidFill>
                  <a:srgbClr val="FFFFFF"/>
                </a:solidFill>
                <a:latin typeface="Tajawal"/>
                <a:cs typeface="Tajawal"/>
                <a:sym typeface="Tajawal"/>
              </a:rPr>
              <a:t> </a:t>
            </a:r>
            <a:r>
              <a:rPr lang="en-US" sz="1000" err="1">
                <a:solidFill>
                  <a:srgbClr val="FFFFFF"/>
                </a:solidFill>
                <a:latin typeface="Tajawal"/>
                <a:cs typeface="Tajawal"/>
                <a:sym typeface="Tajawal"/>
              </a:rPr>
              <a:t>العيادة</a:t>
            </a:r>
            <a:r>
              <a:rPr lang="en-US" sz="1000">
                <a:solidFill>
                  <a:srgbClr val="FFFFFF"/>
                </a:solidFill>
                <a:latin typeface="Tajawal"/>
                <a:cs typeface="Tajawal"/>
                <a:sym typeface="Tajawal"/>
              </a:rPr>
              <a:t>.</a:t>
            </a:r>
            <a:endParaRPr lang="en-US"/>
          </a:p>
          <a:p>
            <a:pPr marL="0" marR="0" lvl="0" indent="0" algn="r" rtl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900"/>
              <a:buFont typeface="Tajawal"/>
              <a:buNone/>
            </a:pPr>
            <a:endParaRPr sz="1000">
              <a:solidFill>
                <a:srgbClr val="FFFFFF"/>
              </a:solidFill>
              <a:latin typeface="Tajawal"/>
              <a:ea typeface="Tajawal"/>
              <a:cs typeface="Tajawal"/>
            </a:endParaRPr>
          </a:p>
        </p:txBody>
      </p:sp>
      <p:sp>
        <p:nvSpPr>
          <p:cNvPr id="202" name="Google Shape;202;g3fa33d35305_0_297"/>
          <p:cNvSpPr/>
          <p:nvPr/>
        </p:nvSpPr>
        <p:spPr>
          <a:xfrm>
            <a:off x="457429" y="2660904"/>
            <a:ext cx="2642700" cy="1302900"/>
          </a:xfrm>
          <a:prstGeom prst="roundRect">
            <a:avLst>
              <a:gd name="adj" fmla="val 1579"/>
            </a:avLst>
          </a:prstGeom>
          <a:solidFill>
            <a:srgbClr val="070C11"/>
          </a:solidFill>
          <a:ln w="9525" cap="flat" cmpd="sng">
            <a:solidFill>
              <a:srgbClr val="1E2C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g3fa33d35305_0_297"/>
          <p:cNvSpPr txBox="1"/>
          <p:nvPr/>
        </p:nvSpPr>
        <p:spPr>
          <a:xfrm>
            <a:off x="608305" y="2798064"/>
            <a:ext cx="2340900" cy="2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E5F8"/>
              </a:buClr>
              <a:buSzPts val="1000"/>
              <a:buFont typeface="Tajawal"/>
              <a:buNone/>
            </a:pPr>
            <a:r>
              <a:rPr lang="en" sz="1000" b="1" i="0" u="none" strike="noStrike" cap="none">
                <a:solidFill>
                  <a:srgbClr val="12E5F8"/>
                </a:solidFill>
                <a:latin typeface="Tajawal"/>
                <a:ea typeface="Tajawal"/>
                <a:cs typeface="Tajawal"/>
                <a:sym typeface="Tajawal"/>
              </a:rPr>
              <a:t>أين تصلون إليه</a:t>
            </a: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cxnSp>
        <p:nvCxnSpPr>
          <p:cNvPr id="204" name="Google Shape;204;g3fa33d35305_0_297"/>
          <p:cNvCxnSpPr/>
          <p:nvPr/>
        </p:nvCxnSpPr>
        <p:spPr>
          <a:xfrm>
            <a:off x="608305" y="3086100"/>
            <a:ext cx="2340900" cy="0"/>
          </a:xfrm>
          <a:prstGeom prst="straightConnector1">
            <a:avLst/>
          </a:prstGeom>
          <a:noFill/>
          <a:ln w="9525" cap="flat" cmpd="sng">
            <a:solidFill>
              <a:srgbClr val="1E2C3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5" name="Google Shape;205;g3fa33d35305_0_297"/>
          <p:cNvSpPr txBox="1"/>
          <p:nvPr/>
        </p:nvSpPr>
        <p:spPr>
          <a:xfrm>
            <a:off x="608305" y="3168396"/>
            <a:ext cx="23409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lang="en" sz="1000" err="1">
                <a:solidFill>
                  <a:srgbClr val="FFFFFF"/>
                </a:solidFill>
                <a:latin typeface="Tajawal"/>
                <a:cs typeface="Tajawal"/>
              </a:rPr>
              <a:t>غير</a:t>
            </a:r>
            <a:r>
              <a:rPr lang="en" sz="100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err="1">
                <a:solidFill>
                  <a:srgbClr val="FFFFFF"/>
                </a:solidFill>
                <a:latin typeface="Tajawal"/>
                <a:cs typeface="Tajawal"/>
              </a:rPr>
              <a:t>مذكور</a:t>
            </a:r>
            <a:r>
              <a:rPr lang="en" sz="100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err="1">
                <a:solidFill>
                  <a:srgbClr val="FFFFFF"/>
                </a:solidFill>
                <a:latin typeface="Tajawal"/>
                <a:cs typeface="Tajawal"/>
              </a:rPr>
              <a:t>في</a:t>
            </a:r>
            <a:r>
              <a:rPr lang="en" sz="1000">
                <a:solidFill>
                  <a:srgbClr val="FFFFFF"/>
                </a:solidFill>
                <a:latin typeface="Tajawal"/>
                <a:cs typeface="Tajawal"/>
              </a:rPr>
              <a:t> المقابلة.</a:t>
            </a:r>
            <a:endParaRPr lang="en-US"/>
          </a:p>
          <a:p>
            <a:pPr algn="r" rtl="1">
              <a:lnSpc>
                <a:spcPct val="130000"/>
              </a:lnSpc>
              <a:buSzPts val="900"/>
              <a:buFont typeface="Tajawal"/>
            </a:pPr>
            <a:endParaRPr lang="en" sz="1000">
              <a:solidFill>
                <a:schemeClr val="lt1"/>
              </a:solidFill>
              <a:latin typeface="Tajawal"/>
              <a:ea typeface="Tajawal"/>
              <a:cs typeface="Tajawal"/>
            </a:endParaRPr>
          </a:p>
          <a:p>
            <a:pPr marL="0" marR="0" lvl="0" indent="0" algn="r" rtl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ajawal"/>
              <a:buNone/>
            </a:pPr>
            <a:endParaRPr sz="1000">
              <a:solidFill>
                <a:srgbClr val="FFFFF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207" name="Google Shape;207;g3fa33d35305_0_297"/>
          <p:cNvSpPr txBox="1"/>
          <p:nvPr/>
        </p:nvSpPr>
        <p:spPr>
          <a:xfrm>
            <a:off x="663169" y="4059936"/>
            <a:ext cx="7818000" cy="3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ajawal"/>
              <a:buNone/>
            </a:pP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208" name="Google Shape;208;g3fa33d35305_0_297"/>
          <p:cNvSpPr/>
          <p:nvPr/>
        </p:nvSpPr>
        <p:spPr>
          <a:xfrm>
            <a:off x="457429" y="4539996"/>
            <a:ext cx="8229600" cy="288000"/>
          </a:xfrm>
          <a:prstGeom prst="roundRect">
            <a:avLst>
              <a:gd name="adj" fmla="val 9524"/>
            </a:avLst>
          </a:prstGeom>
          <a:solidFill>
            <a:srgbClr val="021B4E"/>
          </a:solidFill>
          <a:ln w="7150" cap="flat" cmpd="sng">
            <a:solidFill>
              <a:srgbClr val="00339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g3fa33d35305_0_297"/>
          <p:cNvSpPr txBox="1"/>
          <p:nvPr/>
        </p:nvSpPr>
        <p:spPr>
          <a:xfrm>
            <a:off x="834619" y="4539996"/>
            <a:ext cx="74751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Tajawal"/>
              <a:buNone/>
            </a:pPr>
            <a:r>
              <a:rPr lang="en" sz="1000" b="0" i="0" u="none" strike="noStrike" cap="none">
                <a:solidFill>
                  <a:srgbClr val="FFFFFF"/>
                </a:solidFill>
                <a:latin typeface="Tajawal"/>
                <a:ea typeface="Tajawal"/>
                <a:cs typeface="Tajawal"/>
                <a:sym typeface="Tajawal"/>
              </a:rPr>
              <a:t>تحدي الجامعات 2026  |  اليوم الأول — الجلسة 3: التحقق من العميل والسوق</a:t>
            </a: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210" name="Google Shape;210;g3fa33d35305_0_297"/>
          <p:cNvSpPr txBox="1"/>
          <p:nvPr/>
        </p:nvSpPr>
        <p:spPr>
          <a:xfrm>
            <a:off x="539725" y="4539996"/>
            <a:ext cx="3429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DB0B"/>
              </a:buClr>
              <a:buSzPts val="800"/>
              <a:buFont typeface="Tajawal"/>
              <a:buNone/>
            </a:pPr>
            <a:r>
              <a:rPr lang="en" sz="1000" b="1" i="0" u="none" strike="noStrike" cap="none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5</a:t>
            </a: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2" descr="/home/claude/w/assets/logo_dark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429" y="260604"/>
            <a:ext cx="891539" cy="304134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2"/>
          <p:cNvSpPr txBox="1"/>
          <p:nvPr/>
        </p:nvSpPr>
        <p:spPr>
          <a:xfrm>
            <a:off x="457429" y="651029"/>
            <a:ext cx="1371600" cy="1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DB0B"/>
              </a:buClr>
              <a:buSzPts val="600"/>
              <a:buFont typeface="Tajawal"/>
              <a:buNone/>
            </a:pPr>
            <a:r>
              <a:rPr lang="en" sz="1000" b="0" i="0" u="none" strike="noStrike" cap="none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تحدي الجامعات 2026</a:t>
            </a: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2103349" y="246888"/>
            <a:ext cx="6583800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ajawal"/>
              <a:buNone/>
            </a:pPr>
            <a:r>
              <a:rPr lang="en" sz="2000" b="1" i="0" u="none" strike="noStrike" cap="none">
                <a:solidFill>
                  <a:srgbClr val="FFFFFF"/>
                </a:solidFill>
                <a:latin typeface="Tajawal"/>
                <a:ea typeface="Tajawal"/>
                <a:cs typeface="Tajawal"/>
                <a:sym typeface="Tajawal"/>
              </a:rPr>
              <a:t>الأداة 1: خريطة التعاطف مع العميل المحتمل</a:t>
            </a:r>
            <a:endParaRPr sz="2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9" name="Google Shape;59;p2"/>
          <p:cNvSpPr txBox="1"/>
          <p:nvPr/>
        </p:nvSpPr>
        <p:spPr>
          <a:xfrm>
            <a:off x="2103349" y="678942"/>
            <a:ext cx="6583800" cy="2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r" rtl="1">
              <a:buClr>
                <a:srgbClr val="AEDB0B"/>
              </a:buClr>
              <a:buSzPts val="900"/>
            </a:pPr>
            <a:r>
              <a:rPr lang="en" sz="1000" b="0" i="1" u="none" strike="noStrike" cap="none" dirty="0" err="1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طريقة</a:t>
            </a:r>
            <a:r>
              <a:rPr lang="en" sz="1000" b="0" i="1" u="none" strike="noStrike" cap="none" dirty="0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 </a:t>
            </a:r>
            <a:r>
              <a:rPr lang="en" sz="1000" b="0" i="1" u="none" strike="noStrike" cap="none" dirty="0" err="1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منظمة</a:t>
            </a:r>
            <a:r>
              <a:rPr lang="en" sz="1000" b="0" i="1" u="none" strike="noStrike" cap="none" dirty="0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 </a:t>
            </a:r>
            <a:r>
              <a:rPr lang="en" sz="1000" b="0" i="1" u="none" strike="noStrike" cap="none" dirty="0" err="1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لتفكيك</a:t>
            </a:r>
            <a:r>
              <a:rPr lang="en" sz="1000" b="0" i="1" u="none" strike="noStrike" cap="none" dirty="0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 </a:t>
            </a:r>
            <a:r>
              <a:rPr lang="en" sz="1000" b="0" i="1" u="none" strike="noStrike" cap="none" dirty="0" err="1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ما</a:t>
            </a:r>
            <a:r>
              <a:rPr lang="en" sz="1000" b="0" i="1" u="none" strike="noStrike" cap="none" dirty="0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 </a:t>
            </a:r>
            <a:r>
              <a:rPr lang="en" sz="1000" i="1" dirty="0" err="1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يعيشه</a:t>
            </a:r>
            <a:r>
              <a:rPr lang="en" sz="1000" b="0" i="1" u="none" strike="noStrike" cap="none" dirty="0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 </a:t>
            </a:r>
            <a:r>
              <a:rPr lang="en" sz="1000" i="1" dirty="0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 </a:t>
            </a:r>
            <a:r>
              <a:rPr lang="en" sz="1000" i="1" dirty="0" err="1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المستخدم</a:t>
            </a:r>
            <a:r>
              <a:rPr lang="en" sz="1000" b="0" i="1" u="none" strike="noStrike" cap="none" dirty="0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 </a:t>
            </a:r>
            <a:r>
              <a:rPr lang="en" sz="1000" b="0" i="1" u="none" strike="noStrike" cap="none" dirty="0" err="1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فعلاً</a:t>
            </a:r>
            <a:r>
              <a:rPr lang="en" sz="1000" i="1" dirty="0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                    </a:t>
            </a:r>
            <a:r>
              <a:rPr lang="en" sz="1000" b="1" i="1" dirty="0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      Customer2 - ريم , 34 سنة, حامل</a:t>
            </a:r>
            <a:endParaRPr lang="en" sz="1000" b="1" i="1" u="none" strike="noStrike" cap="none" dirty="0">
              <a:solidFill>
                <a:srgbClr val="AEDB0B"/>
              </a:solidFill>
              <a:latin typeface="Tajawal"/>
              <a:ea typeface="Tajawal"/>
              <a:cs typeface="Tajawal"/>
            </a:endParaRPr>
          </a:p>
        </p:txBody>
      </p:sp>
      <p:cxnSp>
        <p:nvCxnSpPr>
          <p:cNvPr id="60" name="Google Shape;60;p2"/>
          <p:cNvCxnSpPr/>
          <p:nvPr/>
        </p:nvCxnSpPr>
        <p:spPr>
          <a:xfrm>
            <a:off x="457429" y="966978"/>
            <a:ext cx="8229600" cy="0"/>
          </a:xfrm>
          <a:prstGeom prst="straightConnector1">
            <a:avLst/>
          </a:prstGeom>
          <a:noFill/>
          <a:ln w="9525" cap="flat" cmpd="sng">
            <a:solidFill>
              <a:srgbClr val="AEDB0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1" name="Google Shape;61;p2"/>
          <p:cNvSpPr/>
          <p:nvPr/>
        </p:nvSpPr>
        <p:spPr>
          <a:xfrm>
            <a:off x="6044413" y="1165860"/>
            <a:ext cx="2642700" cy="1275600"/>
          </a:xfrm>
          <a:prstGeom prst="roundRect">
            <a:avLst>
              <a:gd name="adj" fmla="val 1613"/>
            </a:avLst>
          </a:prstGeom>
          <a:solidFill>
            <a:srgbClr val="0B1219"/>
          </a:solidFill>
          <a:ln w="9525" cap="flat" cmpd="sng">
            <a:solidFill>
              <a:srgbClr val="1E2C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2"/>
          <p:cNvSpPr txBox="1"/>
          <p:nvPr/>
        </p:nvSpPr>
        <p:spPr>
          <a:xfrm>
            <a:off x="6195289" y="1303020"/>
            <a:ext cx="23409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E5F8"/>
              </a:buClr>
              <a:buSzPts val="1200"/>
              <a:buFont typeface="Tajawal"/>
              <a:buNone/>
            </a:pPr>
            <a:r>
              <a:rPr lang="en" sz="1200" b="1" i="0" u="none" strike="noStrike" cap="none">
                <a:solidFill>
                  <a:srgbClr val="12E5F8"/>
                </a:solidFill>
                <a:latin typeface="Tajawal"/>
                <a:ea typeface="Tajawal"/>
                <a:cs typeface="Tajawal"/>
                <a:sym typeface="Tajawal"/>
              </a:rPr>
              <a:t>ماذا يقول؟</a:t>
            </a:r>
            <a:endParaRPr sz="12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63" name="Google Shape;63;p2"/>
          <p:cNvSpPr txBox="1"/>
          <p:nvPr/>
        </p:nvSpPr>
        <p:spPr>
          <a:xfrm>
            <a:off x="6195289" y="1618488"/>
            <a:ext cx="23409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«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هل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هذا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التورم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طبيعي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أم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مرتبط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بضغط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الدم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؟» • «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هل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هذه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القراءة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خطرة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بالنسبة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لحالتي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؟»</a:t>
            </a:r>
            <a:endParaRPr lang="en-US" dirty="0"/>
          </a:p>
          <a:p>
            <a:pPr marL="0" marR="0" lvl="0" indent="0" algn="r" rtl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900"/>
              <a:buFont typeface="Tajawal"/>
              <a:buNone/>
            </a:pPr>
            <a:endParaRPr lang="en" sz="1100" b="1" i="0" u="none" strike="noStrike" cap="none" dirty="0">
              <a:solidFill>
                <a:srgbClr val="C4CDD5"/>
              </a:solidFill>
              <a:latin typeface="Tajawal"/>
              <a:ea typeface="Tajawal"/>
              <a:cs typeface="Tajawal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3250921" y="1165860"/>
            <a:ext cx="2642700" cy="1275600"/>
          </a:xfrm>
          <a:prstGeom prst="roundRect">
            <a:avLst>
              <a:gd name="adj" fmla="val 1613"/>
            </a:avLst>
          </a:prstGeom>
          <a:solidFill>
            <a:srgbClr val="0B1219"/>
          </a:solidFill>
          <a:ln w="9525" cap="flat" cmpd="sng">
            <a:solidFill>
              <a:srgbClr val="1E2C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2"/>
          <p:cNvSpPr txBox="1"/>
          <p:nvPr/>
        </p:nvSpPr>
        <p:spPr>
          <a:xfrm>
            <a:off x="3401797" y="1303020"/>
            <a:ext cx="23409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E5F8"/>
              </a:buClr>
              <a:buSzPts val="1200"/>
              <a:buFont typeface="Tajawal"/>
              <a:buNone/>
            </a:pPr>
            <a:r>
              <a:rPr lang="en" sz="1200" b="1" i="0" u="none" strike="noStrike" cap="none">
                <a:solidFill>
                  <a:srgbClr val="12E5F8"/>
                </a:solidFill>
                <a:latin typeface="Tajawal"/>
                <a:ea typeface="Tajawal"/>
                <a:cs typeface="Tajawal"/>
                <a:sym typeface="Tajawal"/>
              </a:rPr>
              <a:t>ماذا يفعل؟</a:t>
            </a:r>
            <a:endParaRPr sz="12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66" name="Google Shape;66;p2"/>
          <p:cNvSpPr txBox="1"/>
          <p:nvPr/>
        </p:nvSpPr>
        <p:spPr>
          <a:xfrm>
            <a:off x="3401797" y="1618488"/>
            <a:ext cx="23409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  <a:sym typeface="Tajawal"/>
              </a:rPr>
              <a:t>تقيس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  <a:sym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  <a:sym typeface="Tajawal"/>
              </a:rPr>
              <a:t>ضغطها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  <a:sym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  <a:sym typeface="Tajawal"/>
              </a:rPr>
              <a:t>في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  <a:sym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  <a:sym typeface="Tajawal"/>
              </a:rPr>
              <a:t>المنزل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  <a:sym typeface="Tajawal"/>
              </a:rPr>
              <a:t> •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  <a:sym typeface="Tajawal"/>
              </a:rPr>
              <a:t>تسأل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  <a:sym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  <a:sym typeface="Tajawal"/>
              </a:rPr>
              <a:t>مجموعة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  <a:sym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  <a:sym typeface="Tajawal"/>
              </a:rPr>
              <a:t>أمهات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  <a:sym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  <a:sym typeface="Tajawal"/>
              </a:rPr>
              <a:t>عبر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  <a:sym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  <a:sym typeface="Tajawal"/>
              </a:rPr>
              <a:t>واتساب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  <a:sym typeface="Tajawal"/>
              </a:rPr>
              <a:t> •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  <a:sym typeface="Tajawal"/>
              </a:rPr>
              <a:t>تبحث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  <a:sym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  <a:sym typeface="Tajawal"/>
              </a:rPr>
              <a:t>في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  <a:sym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  <a:sym typeface="Tajawal"/>
              </a:rPr>
              <a:t>جوجل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  <a:sym typeface="Tajawal"/>
              </a:rPr>
              <a:t> •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  <a:sym typeface="Tajawal"/>
              </a:rPr>
              <a:t>تفكر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  <a:sym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  <a:sym typeface="Tajawal"/>
              </a:rPr>
              <a:t>في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  <a:sym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  <a:sym typeface="Tajawal"/>
              </a:rPr>
              <a:t>التواصل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  <a:sym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  <a:sym typeface="Tajawal"/>
              </a:rPr>
              <a:t>مع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  <a:sym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  <a:sym typeface="Tajawal"/>
              </a:rPr>
              <a:t>الطبيبة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  <a:sym typeface="Tajawal"/>
              </a:rPr>
              <a:t>.</a:t>
            </a:r>
            <a:endParaRPr lang="en-US" dirty="0"/>
          </a:p>
          <a:p>
            <a:pPr marL="0" marR="0" lvl="0" indent="0" algn="r" rtl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900"/>
              <a:buFont typeface="Tajawal"/>
              <a:buNone/>
            </a:pPr>
            <a:endParaRPr lang="en" sz="1100" b="1" i="0" u="none" strike="noStrike" cap="none" dirty="0">
              <a:solidFill>
                <a:srgbClr val="C4CDD5"/>
              </a:solidFill>
              <a:latin typeface="Tajawal"/>
              <a:ea typeface="Tajawal"/>
              <a:cs typeface="Tajawal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457429" y="1165860"/>
            <a:ext cx="2642700" cy="1275600"/>
          </a:xfrm>
          <a:prstGeom prst="roundRect">
            <a:avLst>
              <a:gd name="adj" fmla="val 1613"/>
            </a:avLst>
          </a:prstGeom>
          <a:solidFill>
            <a:srgbClr val="0B1219"/>
          </a:solidFill>
          <a:ln w="9525" cap="flat" cmpd="sng">
            <a:solidFill>
              <a:srgbClr val="1E2C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2"/>
          <p:cNvSpPr txBox="1"/>
          <p:nvPr/>
        </p:nvSpPr>
        <p:spPr>
          <a:xfrm>
            <a:off x="608305" y="1303020"/>
            <a:ext cx="23409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E5F8"/>
              </a:buClr>
              <a:buSzPts val="1200"/>
              <a:buFont typeface="Tajawal"/>
              <a:buNone/>
            </a:pPr>
            <a:r>
              <a:rPr lang="en" sz="1200" b="1" i="0" u="none" strike="noStrike" cap="none">
                <a:solidFill>
                  <a:srgbClr val="12E5F8"/>
                </a:solidFill>
                <a:latin typeface="Tajawal"/>
                <a:ea typeface="Tajawal"/>
                <a:cs typeface="Tajawal"/>
                <a:sym typeface="Tajawal"/>
              </a:rPr>
              <a:t>ماذا يفكّر؟</a:t>
            </a:r>
            <a:endParaRPr sz="12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69" name="Google Shape;69;p2"/>
          <p:cNvSpPr txBox="1"/>
          <p:nvPr/>
        </p:nvSpPr>
        <p:spPr>
          <a:xfrm>
            <a:off x="534084" y="1566534"/>
            <a:ext cx="2489341" cy="737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  <a:sym typeface="Tajawal"/>
              </a:rPr>
              <a:t>«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  <a:sym typeface="Tajawal"/>
              </a:rPr>
              <a:t>حملي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  <a:sym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  <a:sym typeface="Tajawal"/>
              </a:rPr>
              <a:t>مختلف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  <a:sym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  <a:sym typeface="Tajawal"/>
              </a:rPr>
              <a:t>هذه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  <a:sym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  <a:sym typeface="Tajawal"/>
              </a:rPr>
              <a:t>المرة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  <a:sym typeface="Tajawal"/>
              </a:rPr>
              <a:t>.» • «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  <a:sym typeface="Tajawal"/>
              </a:rPr>
              <a:t>لدي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  <a:sym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  <a:sym typeface="Tajawal"/>
              </a:rPr>
              <a:t>ضغط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  <a:sym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  <a:sym typeface="Tajawal"/>
              </a:rPr>
              <a:t>مسبق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  <a:sym typeface="Tajawal"/>
              </a:rPr>
              <a:t>،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  <a:sym typeface="Tajawal"/>
              </a:rPr>
              <a:t>فهل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  <a:sym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  <a:sym typeface="Tajawal"/>
              </a:rPr>
              <a:t>يجعل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  <a:sym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  <a:sym typeface="Tajawal"/>
              </a:rPr>
              <a:t>هذه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  <a:sym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  <a:sym typeface="Tajawal"/>
              </a:rPr>
              <a:t>الأعراض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  <a:sym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  <a:sym typeface="Tajawal"/>
              </a:rPr>
              <a:t>أكثر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  <a:sym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  <a:sym typeface="Tajawal"/>
              </a:rPr>
              <a:t>خطورة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  <a:sym typeface="Tajawal"/>
              </a:rPr>
              <a:t>؟» • «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  <a:sym typeface="Tajawal"/>
              </a:rPr>
              <a:t>لماذا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  <a:sym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  <a:sym typeface="Tajawal"/>
              </a:rPr>
              <a:t>تختلف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  <a:sym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  <a:sym typeface="Tajawal"/>
              </a:rPr>
              <a:t>الإجابات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  <a:sym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  <a:sym typeface="Tajawal"/>
              </a:rPr>
              <a:t>التي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  <a:sym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  <a:sym typeface="Tajawal"/>
              </a:rPr>
              <a:t>أحصل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  <a:sym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  <a:sym typeface="Tajawal"/>
              </a:rPr>
              <a:t>عليها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  <a:sym typeface="Tajawal"/>
              </a:rPr>
              <a:t>؟»</a:t>
            </a:r>
            <a:endParaRPr lang="en-US" dirty="0"/>
          </a:p>
          <a:p>
            <a:pPr marL="0" marR="0" lvl="0" indent="0" algn="r" rtl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4CDD5"/>
              </a:buClr>
              <a:buSzPts val="900"/>
              <a:buFont typeface="Tajawal"/>
              <a:buNone/>
            </a:pPr>
            <a:endParaRPr sz="1100" b="1" i="0" u="none" strike="noStrike" cap="none">
              <a:solidFill>
                <a:srgbClr val="C4CDD5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6044413" y="2606040"/>
            <a:ext cx="2642700" cy="1275600"/>
          </a:xfrm>
          <a:prstGeom prst="roundRect">
            <a:avLst>
              <a:gd name="adj" fmla="val 1613"/>
            </a:avLst>
          </a:prstGeom>
          <a:solidFill>
            <a:srgbClr val="0B1219"/>
          </a:solidFill>
          <a:ln w="9525" cap="flat" cmpd="sng">
            <a:solidFill>
              <a:srgbClr val="1E2C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2"/>
          <p:cNvSpPr txBox="1"/>
          <p:nvPr/>
        </p:nvSpPr>
        <p:spPr>
          <a:xfrm>
            <a:off x="6195289" y="2743200"/>
            <a:ext cx="23409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E5F8"/>
              </a:buClr>
              <a:buSzPts val="1200"/>
              <a:buFont typeface="Tajawal"/>
              <a:buNone/>
            </a:pPr>
            <a:r>
              <a:rPr lang="en" sz="1200" b="1" i="0" u="none" strike="noStrike" cap="none">
                <a:solidFill>
                  <a:srgbClr val="12E5F8"/>
                </a:solidFill>
                <a:latin typeface="Tajawal"/>
                <a:ea typeface="Tajawal"/>
                <a:cs typeface="Tajawal"/>
                <a:sym typeface="Tajawal"/>
              </a:rPr>
              <a:t>ماذا يشعر؟</a:t>
            </a:r>
            <a:endParaRPr sz="12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2" name="Google Shape;72;p2"/>
          <p:cNvSpPr txBox="1"/>
          <p:nvPr/>
        </p:nvSpPr>
        <p:spPr>
          <a:xfrm>
            <a:off x="6195289" y="3058668"/>
            <a:ext cx="23409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القلق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بسبب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تاريخها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مع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الضغط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 •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الحيرة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من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اختلاف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الآراء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 •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عدم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اليقين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بشأن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مستوى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خطورتها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الشخصي</a:t>
            </a:r>
            <a:endParaRPr lang="en-US" dirty="0" err="1"/>
          </a:p>
          <a:p>
            <a:pPr marL="0" marR="0" lvl="0" indent="0" algn="r" rtl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4CDD5"/>
              </a:buClr>
              <a:buSzPts val="900"/>
              <a:buFont typeface="Tajawal"/>
              <a:buNone/>
            </a:pPr>
            <a:endParaRPr sz="1100" b="1" i="0" u="none" strike="noStrike" cap="none">
              <a:solidFill>
                <a:srgbClr val="C4CDD5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3250921" y="2606040"/>
            <a:ext cx="2642700" cy="1275600"/>
          </a:xfrm>
          <a:prstGeom prst="roundRect">
            <a:avLst>
              <a:gd name="adj" fmla="val 1613"/>
            </a:avLst>
          </a:prstGeom>
          <a:solidFill>
            <a:srgbClr val="10202F"/>
          </a:solidFill>
          <a:ln w="9525" cap="flat" cmpd="sng">
            <a:solidFill>
              <a:srgbClr val="AEDB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2"/>
          <p:cNvSpPr txBox="1"/>
          <p:nvPr/>
        </p:nvSpPr>
        <p:spPr>
          <a:xfrm>
            <a:off x="3401797" y="2743200"/>
            <a:ext cx="23409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DB0B"/>
              </a:buClr>
              <a:buSzPts val="1200"/>
              <a:buFont typeface="Tajawal"/>
              <a:buNone/>
            </a:pPr>
            <a:r>
              <a:rPr lang="en" sz="1200" b="1" i="0" u="none" strike="noStrike" cap="none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الآلام</a:t>
            </a:r>
            <a:endParaRPr sz="12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5" name="Google Shape;75;p2"/>
          <p:cNvSpPr txBox="1"/>
          <p:nvPr/>
        </p:nvSpPr>
        <p:spPr>
          <a:xfrm>
            <a:off x="3253356" y="2999292"/>
            <a:ext cx="2489341" cy="722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lang="en-US" sz="1000" b="1" dirty="0" err="1">
                <a:solidFill>
                  <a:srgbClr val="FFFFFF"/>
                </a:solidFill>
                <a:latin typeface="Tajawal"/>
                <a:cs typeface="Tajawal"/>
              </a:rPr>
              <a:t>صعوبة</a:t>
            </a:r>
            <a:r>
              <a:rPr lang="en-US" sz="10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-US" sz="1000" b="1" dirty="0" err="1">
                <a:solidFill>
                  <a:srgbClr val="FFFFFF"/>
                </a:solidFill>
                <a:latin typeface="Tajawal"/>
                <a:cs typeface="Tajawal"/>
              </a:rPr>
              <a:t>تفسير</a:t>
            </a:r>
            <a:r>
              <a:rPr lang="en-US" sz="10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-US" sz="1000" b="1" dirty="0" err="1">
                <a:solidFill>
                  <a:srgbClr val="FFFFFF"/>
                </a:solidFill>
                <a:latin typeface="Tajawal"/>
                <a:cs typeface="Tajawal"/>
              </a:rPr>
              <a:t>القياسات</a:t>
            </a:r>
            <a:r>
              <a:rPr lang="en-US" sz="10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-US" sz="1000" b="1" dirty="0" err="1">
                <a:solidFill>
                  <a:srgbClr val="FFFFFF"/>
                </a:solidFill>
                <a:latin typeface="Tajawal"/>
                <a:cs typeface="Tajawal"/>
              </a:rPr>
              <a:t>حسب</a:t>
            </a:r>
            <a:r>
              <a:rPr lang="en-US" sz="10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-US" sz="1000" b="1" dirty="0" err="1">
                <a:solidFill>
                  <a:srgbClr val="FFFFFF"/>
                </a:solidFill>
                <a:latin typeface="Tajawal"/>
                <a:cs typeface="Tajawal"/>
              </a:rPr>
              <a:t>تاريخها</a:t>
            </a:r>
            <a:r>
              <a:rPr lang="en-US" sz="10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-US" sz="1000" b="1" dirty="0" err="1">
                <a:solidFill>
                  <a:srgbClr val="FFFFFF"/>
                </a:solidFill>
                <a:latin typeface="Tajawal"/>
                <a:cs typeface="Tajawal"/>
              </a:rPr>
              <a:t>الصحي</a:t>
            </a:r>
            <a:r>
              <a:rPr lang="en-US" sz="1000" b="1" dirty="0">
                <a:solidFill>
                  <a:srgbClr val="FFFFFF"/>
                </a:solidFill>
                <a:latin typeface="Tajawal"/>
                <a:cs typeface="Tajawal"/>
              </a:rPr>
              <a:t> • معلومات وآراء متضاربة • عدم معرفة مستوى خطورتها الشخصي • صعوبة اتخاذ قرار واضح بشأن التواصل مع الطبيب.</a:t>
            </a:r>
            <a:endParaRPr lang="en-US" sz="1100"/>
          </a:p>
          <a:p>
            <a:pPr marL="0" marR="0" lvl="0" indent="0" algn="r" rtl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900"/>
              <a:buFont typeface="Tajawal"/>
              <a:buNone/>
            </a:pPr>
            <a:endParaRPr lang="en-US" sz="1100" b="1" i="0" u="none" strike="noStrike" cap="none" dirty="0">
              <a:solidFill>
                <a:srgbClr val="FFFFFF"/>
              </a:solidFill>
              <a:latin typeface="Tajawal"/>
              <a:ea typeface="Tajawal"/>
              <a:cs typeface="Tajawal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457429" y="2606040"/>
            <a:ext cx="2642700" cy="1275600"/>
          </a:xfrm>
          <a:prstGeom prst="roundRect">
            <a:avLst>
              <a:gd name="adj" fmla="val 1613"/>
            </a:avLst>
          </a:prstGeom>
          <a:solidFill>
            <a:srgbClr val="10202F"/>
          </a:solidFill>
          <a:ln w="9525" cap="flat" cmpd="sng">
            <a:solidFill>
              <a:srgbClr val="AEDB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2"/>
          <p:cNvSpPr txBox="1"/>
          <p:nvPr/>
        </p:nvSpPr>
        <p:spPr>
          <a:xfrm>
            <a:off x="608305" y="2743200"/>
            <a:ext cx="23409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DB0B"/>
              </a:buClr>
              <a:buSzPts val="1200"/>
              <a:buFont typeface="Tajawal"/>
              <a:buNone/>
            </a:pPr>
            <a:r>
              <a:rPr lang="en" sz="1200" b="1" i="0" u="none" strike="noStrike" cap="none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المكاسب</a:t>
            </a:r>
            <a:endParaRPr sz="12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8" name="Google Shape;78;p2"/>
          <p:cNvSpPr txBox="1"/>
          <p:nvPr/>
        </p:nvSpPr>
        <p:spPr>
          <a:xfrm>
            <a:off x="459864" y="2999292"/>
            <a:ext cx="2489341" cy="708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تفسير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مخصص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لحالتها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 •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جمع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التاريخ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الصحي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والقياسات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معًا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 •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معرفة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مدى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موثوقية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التقييم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 •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فهم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متى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يصبح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التقييم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الطبي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أكثر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أهمية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.</a:t>
            </a:r>
            <a:endParaRPr lang="en-US" dirty="0"/>
          </a:p>
          <a:p>
            <a:pPr marL="0" marR="0" lvl="0" indent="0" algn="r" rtl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ajawal"/>
              <a:buNone/>
            </a:pPr>
            <a:endParaRPr sz="1100" b="1" i="0" u="none" strike="noStrike" cap="none">
              <a:solidFill>
                <a:srgbClr val="FFFFF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1" name="Google Shape;81;p2"/>
          <p:cNvSpPr/>
          <p:nvPr/>
        </p:nvSpPr>
        <p:spPr>
          <a:xfrm>
            <a:off x="457429" y="4539996"/>
            <a:ext cx="8229600" cy="288000"/>
          </a:xfrm>
          <a:prstGeom prst="roundRect">
            <a:avLst>
              <a:gd name="adj" fmla="val 9524"/>
            </a:avLst>
          </a:prstGeom>
          <a:solidFill>
            <a:srgbClr val="021B4E"/>
          </a:solidFill>
          <a:ln w="9525" cap="flat" cmpd="sng">
            <a:solidFill>
              <a:srgbClr val="00339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"/>
          <p:cNvSpPr txBox="1"/>
          <p:nvPr/>
        </p:nvSpPr>
        <p:spPr>
          <a:xfrm>
            <a:off x="834619" y="4539996"/>
            <a:ext cx="74751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Tajawal"/>
              <a:buNone/>
            </a:pPr>
            <a:r>
              <a:rPr lang="en" sz="1000" b="0" i="0" u="none" strike="noStrike" cap="none">
                <a:solidFill>
                  <a:srgbClr val="FFFFFF"/>
                </a:solidFill>
                <a:latin typeface="Tajawal"/>
                <a:ea typeface="Tajawal"/>
                <a:cs typeface="Tajawal"/>
                <a:sym typeface="Tajawal"/>
              </a:rPr>
              <a:t>تحدي الجامعات 2026  |  اليوم الأول — الجلسة 2: ورشة تحديد المشكلة</a:t>
            </a: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3" name="Google Shape;83;p2"/>
          <p:cNvSpPr txBox="1"/>
          <p:nvPr/>
        </p:nvSpPr>
        <p:spPr>
          <a:xfrm>
            <a:off x="539725" y="4539996"/>
            <a:ext cx="3429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DB0B"/>
              </a:buClr>
              <a:buSzPts val="800"/>
              <a:buFont typeface="Tajawal"/>
              <a:buNone/>
            </a:pPr>
            <a:r>
              <a:rPr lang="en" sz="1000" b="1" i="0" u="none" strike="noStrike" cap="none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4</a:t>
            </a: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</p:spTree>
    <p:extLst>
      <p:ext uri="{BB962C8B-B14F-4D97-AF65-F5344CB8AC3E}">
        <p14:creationId xmlns:p14="http://schemas.microsoft.com/office/powerpoint/2010/main" val="42533470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g3fa33d35305_0_180" descr="/home/claude/w/assets/logo_dark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429" y="260604"/>
            <a:ext cx="891539" cy="304134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g3fa33d35305_0_180"/>
          <p:cNvSpPr txBox="1"/>
          <p:nvPr/>
        </p:nvSpPr>
        <p:spPr>
          <a:xfrm>
            <a:off x="457429" y="651029"/>
            <a:ext cx="1371600" cy="1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DB0B"/>
              </a:buClr>
              <a:buSzPts val="600"/>
              <a:buFont typeface="Tajawal"/>
              <a:buNone/>
            </a:pPr>
            <a:r>
              <a:rPr lang="en" sz="1000" b="0" i="0" u="none" strike="noStrike" cap="none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تحدي الجامعات 2026</a:t>
            </a: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35" name="Google Shape;135;g3fa33d35305_0_180"/>
          <p:cNvSpPr txBox="1"/>
          <p:nvPr/>
        </p:nvSpPr>
        <p:spPr>
          <a:xfrm>
            <a:off x="2103349" y="246888"/>
            <a:ext cx="6583800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ajawal"/>
              <a:buNone/>
            </a:pPr>
            <a:r>
              <a:rPr lang="en" sz="2000" b="1">
                <a:solidFill>
                  <a:srgbClr val="FFFFFF"/>
                </a:solidFill>
                <a:latin typeface="Tajawal"/>
                <a:ea typeface="Tajawal"/>
                <a:cs typeface="Tajawal"/>
                <a:sym typeface="Tajawal"/>
              </a:rPr>
              <a:t>تطبيق </a:t>
            </a:r>
            <a:r>
              <a:rPr lang="en" sz="2000" b="1" i="0" u="none" strike="noStrike" cap="none">
                <a:solidFill>
                  <a:srgbClr val="FFFFFF"/>
                </a:solidFill>
                <a:latin typeface="Tajawal"/>
                <a:ea typeface="Tajawal"/>
                <a:cs typeface="Tajawal"/>
                <a:sym typeface="Tajawal"/>
              </a:rPr>
              <a:t>ترتيب ألام العميل</a:t>
            </a:r>
            <a:endParaRPr sz="2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36" name="Google Shape;136;g3fa33d35305_0_180"/>
          <p:cNvSpPr txBox="1"/>
          <p:nvPr/>
        </p:nvSpPr>
        <p:spPr>
          <a:xfrm>
            <a:off x="2103349" y="678942"/>
            <a:ext cx="6583800" cy="2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DB0B"/>
              </a:buClr>
              <a:buSzPts val="900"/>
              <a:buFont typeface="Tajawal"/>
              <a:buNone/>
            </a:pPr>
            <a:r>
              <a:rPr lang="en" sz="1000" b="0" i="1" u="none" strike="noStrike" cap="none" dirty="0" err="1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الآلام</a:t>
            </a:r>
            <a:r>
              <a:rPr lang="en" sz="1000" b="0" i="1" u="none" strike="noStrike" cap="none" dirty="0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 </a:t>
            </a:r>
            <a:r>
              <a:rPr lang="en" sz="1000" b="0" i="1" u="none" strike="noStrike" cap="none" dirty="0" err="1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الثلاثة</a:t>
            </a:r>
            <a:r>
              <a:rPr lang="en" sz="1000" b="0" i="1" u="none" strike="noStrike" cap="none" dirty="0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 </a:t>
            </a:r>
            <a:r>
              <a:rPr lang="en" sz="1000" b="0" i="1" u="none" strike="noStrike" cap="none" dirty="0" err="1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التي</a:t>
            </a:r>
            <a:r>
              <a:rPr lang="en" sz="1000" b="0" i="1" u="none" strike="noStrike" cap="none" dirty="0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 </a:t>
            </a:r>
            <a:r>
              <a:rPr lang="en" sz="1000" b="0" i="1" u="none" strike="noStrike" cap="none" dirty="0" err="1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خرجت</a:t>
            </a:r>
            <a:r>
              <a:rPr lang="en" sz="1000" b="0" i="1" u="none" strike="noStrike" cap="none" dirty="0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 </a:t>
            </a:r>
            <a:r>
              <a:rPr lang="en" sz="1000" b="0" i="1" u="none" strike="noStrike" cap="none" dirty="0" err="1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من</a:t>
            </a:r>
            <a:r>
              <a:rPr lang="en" sz="1000" b="0" i="1" u="none" strike="noStrike" cap="none" dirty="0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 </a:t>
            </a:r>
            <a:r>
              <a:rPr lang="en" sz="1000" b="0" i="1" u="none" strike="noStrike" cap="none" dirty="0" err="1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خريطة</a:t>
            </a:r>
            <a:r>
              <a:rPr lang="en" sz="1000" b="0" i="1" u="none" strike="noStrike" cap="none" dirty="0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 </a:t>
            </a:r>
            <a:r>
              <a:rPr lang="en" sz="1000" i="1" dirty="0" err="1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ريم</a:t>
            </a:r>
            <a:endParaRPr lang="en" sz="1000" b="0" i="1" u="none" strike="noStrike" cap="none" dirty="0" err="1">
              <a:solidFill>
                <a:srgbClr val="AEDB0B"/>
              </a:solidFill>
              <a:latin typeface="Tajawal"/>
              <a:ea typeface="Tajawal"/>
              <a:cs typeface="Tajawal"/>
            </a:endParaRPr>
          </a:p>
        </p:txBody>
      </p:sp>
      <p:cxnSp>
        <p:nvCxnSpPr>
          <p:cNvPr id="137" name="Google Shape;137;g3fa33d35305_0_180"/>
          <p:cNvCxnSpPr/>
          <p:nvPr/>
        </p:nvCxnSpPr>
        <p:spPr>
          <a:xfrm>
            <a:off x="457429" y="966978"/>
            <a:ext cx="8229600" cy="0"/>
          </a:xfrm>
          <a:prstGeom prst="straightConnector1">
            <a:avLst/>
          </a:prstGeom>
          <a:noFill/>
          <a:ln w="9525" cap="flat" cmpd="sng">
            <a:solidFill>
              <a:srgbClr val="AEDB0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8" name="Google Shape;138;g3fa33d35305_0_180"/>
          <p:cNvSpPr/>
          <p:nvPr/>
        </p:nvSpPr>
        <p:spPr>
          <a:xfrm>
            <a:off x="457429" y="1179576"/>
            <a:ext cx="8229600" cy="384000"/>
          </a:xfrm>
          <a:prstGeom prst="roundRect">
            <a:avLst>
              <a:gd name="adj" fmla="val 5357"/>
            </a:avLst>
          </a:prstGeom>
          <a:solidFill>
            <a:srgbClr val="10202F"/>
          </a:solidFill>
          <a:ln w="9525" cap="flat" cmpd="sng">
            <a:solidFill>
              <a:srgbClr val="AEDB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g3fa33d35305_0_180"/>
          <p:cNvSpPr txBox="1"/>
          <p:nvPr/>
        </p:nvSpPr>
        <p:spPr>
          <a:xfrm>
            <a:off x="5443195" y="1179576"/>
            <a:ext cx="31614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DB0B"/>
              </a:buClr>
              <a:buSzPts val="900"/>
              <a:buFont typeface="Tajawal"/>
              <a:buNone/>
            </a:pPr>
            <a:r>
              <a:rPr lang="en" sz="1000" b="1" i="0" u="none" strike="noStrike" cap="none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الألم</a:t>
            </a: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40" name="Google Shape;140;g3fa33d35305_0_180"/>
          <p:cNvSpPr txBox="1"/>
          <p:nvPr/>
        </p:nvSpPr>
        <p:spPr>
          <a:xfrm>
            <a:off x="4380205" y="1179576"/>
            <a:ext cx="8985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DB0B"/>
              </a:buClr>
              <a:buSzPts val="900"/>
              <a:buFont typeface="Tajawal"/>
              <a:buNone/>
            </a:pPr>
            <a:r>
              <a:rPr lang="en" sz="1000" b="1" i="0" u="none" strike="noStrike" cap="none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التكرار</a:t>
            </a: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41" name="Google Shape;141;g3fa33d35305_0_180"/>
          <p:cNvSpPr txBox="1"/>
          <p:nvPr/>
        </p:nvSpPr>
        <p:spPr>
          <a:xfrm>
            <a:off x="3317215" y="1179576"/>
            <a:ext cx="8985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DB0B"/>
              </a:buClr>
              <a:buSzPts val="900"/>
              <a:buFont typeface="Tajawal"/>
              <a:buNone/>
            </a:pPr>
            <a:r>
              <a:rPr lang="en" sz="1000" b="1" i="0" u="none" strike="noStrike" cap="none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الشدّة</a:t>
            </a: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42" name="Google Shape;142;g3fa33d35305_0_180"/>
          <p:cNvSpPr txBox="1"/>
          <p:nvPr/>
        </p:nvSpPr>
        <p:spPr>
          <a:xfrm>
            <a:off x="2117065" y="1179576"/>
            <a:ext cx="10356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DB0B"/>
              </a:buClr>
              <a:buSzPts val="900"/>
              <a:buFont typeface="Tajawal"/>
              <a:buNone/>
            </a:pPr>
            <a:r>
              <a:rPr lang="en" sz="1000" b="1" i="0" u="none" strike="noStrike" cap="none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الاستعداد للدفع</a:t>
            </a: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43" name="Google Shape;143;g3fa33d35305_0_180"/>
          <p:cNvSpPr txBox="1"/>
          <p:nvPr/>
        </p:nvSpPr>
        <p:spPr>
          <a:xfrm>
            <a:off x="1054075" y="1179576"/>
            <a:ext cx="8985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DB0B"/>
              </a:buClr>
              <a:buSzPts val="900"/>
              <a:buFont typeface="Tajawal"/>
              <a:buNone/>
            </a:pPr>
            <a:r>
              <a:rPr lang="en" sz="1000" b="1" i="0" u="none" strike="noStrike" cap="none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الوصول</a:t>
            </a: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44" name="Google Shape;144;g3fa33d35305_0_180"/>
          <p:cNvSpPr txBox="1"/>
          <p:nvPr/>
        </p:nvSpPr>
        <p:spPr>
          <a:xfrm>
            <a:off x="414407" y="1179576"/>
            <a:ext cx="5556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DB0B"/>
              </a:buClr>
              <a:buSzPts val="900"/>
              <a:buFont typeface="Tajawal"/>
              <a:buNone/>
            </a:pPr>
            <a:r>
              <a:rPr lang="en" sz="1000" b="1" i="0" u="none" strike="noStrike" cap="none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المجموع</a:t>
            </a: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45" name="Google Shape;145;g3fa33d35305_0_180"/>
          <p:cNvSpPr/>
          <p:nvPr/>
        </p:nvSpPr>
        <p:spPr>
          <a:xfrm>
            <a:off x="457429" y="1632204"/>
            <a:ext cx="8229600" cy="493800"/>
          </a:xfrm>
          <a:prstGeom prst="roundRect">
            <a:avLst>
              <a:gd name="adj" fmla="val 4167"/>
            </a:avLst>
          </a:prstGeom>
          <a:solidFill>
            <a:srgbClr val="10202F"/>
          </a:solidFill>
          <a:ln w="9525" cap="flat" cmpd="sng">
            <a:solidFill>
              <a:srgbClr val="AEDB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g3fa33d35305_0_180"/>
          <p:cNvSpPr txBox="1"/>
          <p:nvPr/>
        </p:nvSpPr>
        <p:spPr>
          <a:xfrm>
            <a:off x="5443195" y="1632204"/>
            <a:ext cx="31614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r" rtl="1"/>
            <a:r>
              <a:rPr lang="en" sz="1000" b="1" dirty="0" err="1">
                <a:solidFill>
                  <a:srgbClr val="FFFFFF"/>
                </a:solidFill>
                <a:latin typeface="Tajawal"/>
                <a:cs typeface="Tajawal"/>
              </a:rPr>
              <a:t>صعوبة</a:t>
            </a:r>
            <a:r>
              <a:rPr lang="en" sz="10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rgbClr val="FFFFFF"/>
                </a:solidFill>
                <a:latin typeface="Tajawal"/>
                <a:cs typeface="Tajawal"/>
              </a:rPr>
              <a:t>تفسير</a:t>
            </a:r>
            <a:r>
              <a:rPr lang="en" sz="10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rgbClr val="FFFFFF"/>
                </a:solidFill>
                <a:latin typeface="Tajawal"/>
                <a:cs typeface="Tajawal"/>
              </a:rPr>
              <a:t>القياسات</a:t>
            </a:r>
            <a:r>
              <a:rPr lang="en" sz="10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rgbClr val="FFFFFF"/>
                </a:solidFill>
                <a:latin typeface="Tajawal"/>
                <a:cs typeface="Tajawal"/>
              </a:rPr>
              <a:t>وفق</a:t>
            </a:r>
            <a:r>
              <a:rPr lang="en" sz="10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rgbClr val="FFFFFF"/>
                </a:solidFill>
                <a:latin typeface="Tajawal"/>
                <a:cs typeface="Tajawal"/>
              </a:rPr>
              <a:t>تاريخها</a:t>
            </a:r>
            <a:r>
              <a:rPr lang="en" sz="10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rgbClr val="FFFFFF"/>
                </a:solidFill>
                <a:latin typeface="Tajawal"/>
                <a:cs typeface="Tajawal"/>
              </a:rPr>
              <a:t>الصحي</a:t>
            </a:r>
            <a:endParaRPr lang="en-US" dirty="0" err="1"/>
          </a:p>
        </p:txBody>
      </p:sp>
      <p:sp>
        <p:nvSpPr>
          <p:cNvPr id="147" name="Google Shape;147;g3fa33d35305_0_180"/>
          <p:cNvSpPr txBox="1"/>
          <p:nvPr/>
        </p:nvSpPr>
        <p:spPr>
          <a:xfrm>
            <a:off x="4380205" y="1632204"/>
            <a:ext cx="8985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ajawal"/>
              <a:buNone/>
            </a:pPr>
            <a:r>
              <a:rPr lang="en" sz="1000" dirty="0">
                <a:solidFill>
                  <a:srgbClr val="FFFFFF"/>
                </a:solidFill>
                <a:latin typeface="Tajawal"/>
                <a:ea typeface="Tajawal"/>
                <a:cs typeface="Tajawal"/>
              </a:rPr>
              <a:t>5</a:t>
            </a:r>
            <a:endParaRPr lang="en" sz="1000" b="0" i="0" u="none" strike="noStrike" cap="none" dirty="0">
              <a:solidFill>
                <a:srgbClr val="FFFFFF"/>
              </a:solidFill>
              <a:latin typeface="Tajawal"/>
              <a:ea typeface="Tajawal"/>
              <a:cs typeface="Tajawal"/>
            </a:endParaRPr>
          </a:p>
        </p:txBody>
      </p:sp>
      <p:sp>
        <p:nvSpPr>
          <p:cNvPr id="148" name="Google Shape;148;g3fa33d35305_0_180"/>
          <p:cNvSpPr txBox="1"/>
          <p:nvPr/>
        </p:nvSpPr>
        <p:spPr>
          <a:xfrm>
            <a:off x="3317215" y="1632204"/>
            <a:ext cx="8985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ajawal"/>
              <a:buNone/>
            </a:pPr>
            <a:r>
              <a:rPr lang="en" sz="1000" dirty="0">
                <a:solidFill>
                  <a:schemeClr val="lt1"/>
                </a:solidFill>
                <a:latin typeface="Tajawal"/>
                <a:ea typeface="Tajawal"/>
                <a:cs typeface="Tajawal"/>
              </a:rPr>
              <a:t>5</a:t>
            </a:r>
          </a:p>
        </p:txBody>
      </p:sp>
      <p:sp>
        <p:nvSpPr>
          <p:cNvPr id="149" name="Google Shape;149;g3fa33d35305_0_180"/>
          <p:cNvSpPr txBox="1"/>
          <p:nvPr/>
        </p:nvSpPr>
        <p:spPr>
          <a:xfrm>
            <a:off x="2117065" y="1632204"/>
            <a:ext cx="10356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ajawal"/>
              <a:buNone/>
            </a:pPr>
            <a:r>
              <a:rPr lang="en" sz="1000" dirty="0">
                <a:solidFill>
                  <a:schemeClr val="lt1"/>
                </a:solidFill>
                <a:latin typeface="Tajawal"/>
                <a:ea typeface="Tajawal"/>
                <a:cs typeface="Tajawal"/>
                <a:sym typeface="Tajawal"/>
              </a:rPr>
              <a:t>5</a:t>
            </a:r>
            <a:endParaRPr lang="en" sz="1000" b="0" i="0" u="none" strike="noStrike" cap="none" dirty="0">
              <a:solidFill>
                <a:schemeClr val="lt1"/>
              </a:solidFill>
              <a:latin typeface="Tajawal"/>
              <a:ea typeface="Tajawal"/>
              <a:cs typeface="Tajawal"/>
            </a:endParaRPr>
          </a:p>
        </p:txBody>
      </p:sp>
      <p:sp>
        <p:nvSpPr>
          <p:cNvPr id="150" name="Google Shape;150;g3fa33d35305_0_180"/>
          <p:cNvSpPr txBox="1"/>
          <p:nvPr/>
        </p:nvSpPr>
        <p:spPr>
          <a:xfrm>
            <a:off x="1054075" y="1632204"/>
            <a:ext cx="8985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ajawal"/>
              <a:buNone/>
            </a:pPr>
            <a:r>
              <a:rPr lang="en" sz="1000" dirty="0">
                <a:solidFill>
                  <a:schemeClr val="lt1"/>
                </a:solidFill>
                <a:latin typeface="Tajawal"/>
                <a:ea typeface="Tajawal"/>
                <a:cs typeface="Tajawal"/>
              </a:rPr>
              <a:t>5</a:t>
            </a:r>
          </a:p>
        </p:txBody>
      </p:sp>
      <p:sp>
        <p:nvSpPr>
          <p:cNvPr id="151" name="Google Shape;151;g3fa33d35305_0_180"/>
          <p:cNvSpPr txBox="1"/>
          <p:nvPr/>
        </p:nvSpPr>
        <p:spPr>
          <a:xfrm>
            <a:off x="333985" y="1632204"/>
            <a:ext cx="5556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ajawal"/>
              <a:buNone/>
            </a:pPr>
            <a:r>
              <a:rPr lang="en" sz="1000" dirty="0">
                <a:solidFill>
                  <a:schemeClr val="lt1"/>
                </a:solidFill>
                <a:latin typeface="Tajawal"/>
                <a:ea typeface="Tajawal"/>
                <a:cs typeface="Tajawal"/>
              </a:rPr>
              <a:t>20</a:t>
            </a:r>
          </a:p>
        </p:txBody>
      </p:sp>
      <p:sp>
        <p:nvSpPr>
          <p:cNvPr id="152" name="Google Shape;152;g3fa33d35305_0_180"/>
          <p:cNvSpPr/>
          <p:nvPr/>
        </p:nvSpPr>
        <p:spPr>
          <a:xfrm>
            <a:off x="457429" y="2180844"/>
            <a:ext cx="8229600" cy="493800"/>
          </a:xfrm>
          <a:prstGeom prst="roundRect">
            <a:avLst>
              <a:gd name="adj" fmla="val 4167"/>
            </a:avLst>
          </a:prstGeom>
          <a:solidFill>
            <a:srgbClr val="070C11"/>
          </a:solidFill>
          <a:ln w="9525" cap="flat" cmpd="sng">
            <a:solidFill>
              <a:srgbClr val="1E2C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g3fa33d35305_0_180"/>
          <p:cNvSpPr txBox="1"/>
          <p:nvPr/>
        </p:nvSpPr>
        <p:spPr>
          <a:xfrm>
            <a:off x="5443195" y="2180844"/>
            <a:ext cx="31614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r" rtl="1"/>
            <a:r>
              <a:rPr lang="en" sz="1000" b="1" dirty="0" err="1">
                <a:solidFill>
                  <a:schemeClr val="lt1"/>
                </a:solidFill>
                <a:latin typeface="Tajawal"/>
                <a:cs typeface="Tajawal"/>
              </a:rPr>
              <a:t>عدم</a:t>
            </a:r>
            <a:r>
              <a:rPr lang="en" sz="10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cs typeface="Tajawal"/>
              </a:rPr>
              <a:t>معرفة</a:t>
            </a:r>
            <a:r>
              <a:rPr lang="en" sz="10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cs typeface="Tajawal"/>
              </a:rPr>
              <a:t>مستوى</a:t>
            </a:r>
            <a:r>
              <a:rPr lang="en" sz="10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cs typeface="Tajawal"/>
              </a:rPr>
              <a:t>الخطورة</a:t>
            </a:r>
            <a:r>
              <a:rPr lang="en" sz="10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cs typeface="Tajawal"/>
              </a:rPr>
              <a:t>الشخصي</a:t>
            </a:r>
            <a:endParaRPr lang="en-US" dirty="0" err="1">
              <a:solidFill>
                <a:schemeClr val="lt1"/>
              </a:solidFill>
            </a:endParaRPr>
          </a:p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4CDD5"/>
              </a:buClr>
              <a:buSzPts val="900"/>
              <a:buFont typeface="Tajawal"/>
              <a:buNone/>
            </a:pPr>
            <a:endParaRPr sz="1000" b="1">
              <a:solidFill>
                <a:srgbClr val="C4CDD5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54" name="Google Shape;154;g3fa33d35305_0_180"/>
          <p:cNvSpPr txBox="1"/>
          <p:nvPr/>
        </p:nvSpPr>
        <p:spPr>
          <a:xfrm>
            <a:off x="4380205" y="2180844"/>
            <a:ext cx="8985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4CDD5"/>
              </a:buClr>
              <a:buSzPts val="1000"/>
              <a:buFont typeface="Tajawal"/>
              <a:buNone/>
            </a:pP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55" name="Google Shape;155;g3fa33d35305_0_180"/>
          <p:cNvSpPr txBox="1"/>
          <p:nvPr/>
        </p:nvSpPr>
        <p:spPr>
          <a:xfrm>
            <a:off x="3317215" y="2180844"/>
            <a:ext cx="8985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4CDD5"/>
              </a:buClr>
              <a:buSzPts val="1000"/>
              <a:buFont typeface="Tajawal"/>
              <a:buNone/>
            </a:pP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56" name="Google Shape;156;g3fa33d35305_0_180"/>
          <p:cNvSpPr txBox="1"/>
          <p:nvPr/>
        </p:nvSpPr>
        <p:spPr>
          <a:xfrm>
            <a:off x="2117065" y="2180844"/>
            <a:ext cx="10356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4CDD5"/>
              </a:buClr>
              <a:buSzPts val="1000"/>
              <a:buFont typeface="Tajawal"/>
              <a:buNone/>
            </a:pP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57" name="Google Shape;157;g3fa33d35305_0_180"/>
          <p:cNvSpPr txBox="1"/>
          <p:nvPr/>
        </p:nvSpPr>
        <p:spPr>
          <a:xfrm>
            <a:off x="1054075" y="2180844"/>
            <a:ext cx="8985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4CDD5"/>
              </a:buClr>
              <a:buSzPts val="1000"/>
              <a:buFont typeface="Tajawal"/>
              <a:buNone/>
            </a:pP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58" name="Google Shape;158;g3fa33d35305_0_180"/>
          <p:cNvSpPr txBox="1"/>
          <p:nvPr/>
        </p:nvSpPr>
        <p:spPr>
          <a:xfrm>
            <a:off x="333985" y="2180844"/>
            <a:ext cx="5556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ajawal"/>
              <a:buNone/>
            </a:pPr>
            <a:endParaRPr sz="11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59" name="Google Shape;159;g3fa33d35305_0_180"/>
          <p:cNvSpPr/>
          <p:nvPr/>
        </p:nvSpPr>
        <p:spPr>
          <a:xfrm>
            <a:off x="457429" y="2729484"/>
            <a:ext cx="8229600" cy="493800"/>
          </a:xfrm>
          <a:prstGeom prst="roundRect">
            <a:avLst>
              <a:gd name="adj" fmla="val 4167"/>
            </a:avLst>
          </a:prstGeom>
          <a:solidFill>
            <a:srgbClr val="0B1219"/>
          </a:solidFill>
          <a:ln w="9525" cap="flat" cmpd="sng">
            <a:solidFill>
              <a:srgbClr val="1E2C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g3fa33d35305_0_180"/>
          <p:cNvSpPr txBox="1"/>
          <p:nvPr/>
        </p:nvSpPr>
        <p:spPr>
          <a:xfrm>
            <a:off x="5443195" y="2729484"/>
            <a:ext cx="31614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r" rtl="1"/>
            <a:r>
              <a:rPr lang="en" sz="1000" b="1" dirty="0" err="1">
                <a:solidFill>
                  <a:schemeClr val="lt1"/>
                </a:solidFill>
                <a:latin typeface="Tajawal"/>
                <a:cs typeface="Tajawal"/>
              </a:rPr>
              <a:t>الحصول</a:t>
            </a:r>
            <a:r>
              <a:rPr lang="en" sz="10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cs typeface="Tajawal"/>
              </a:rPr>
              <a:t>على</a:t>
            </a:r>
            <a:r>
              <a:rPr lang="en" sz="10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cs typeface="Tajawal"/>
              </a:rPr>
              <a:t>معلومات</a:t>
            </a:r>
            <a:r>
              <a:rPr lang="en" sz="10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cs typeface="Tajawal"/>
              </a:rPr>
              <a:t>وآراء</a:t>
            </a:r>
            <a:r>
              <a:rPr lang="en" sz="10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cs typeface="Tajawal"/>
              </a:rPr>
              <a:t>متضاربة</a:t>
            </a:r>
            <a:endParaRPr lang="en-US" dirty="0" err="1">
              <a:solidFill>
                <a:schemeClr val="lt1"/>
              </a:solidFill>
            </a:endParaRPr>
          </a:p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4CDD5"/>
              </a:buClr>
              <a:buSzPts val="900"/>
              <a:buFont typeface="Tajawal"/>
              <a:buNone/>
            </a:pPr>
            <a:endParaRPr sz="1000" b="1">
              <a:solidFill>
                <a:srgbClr val="C4CDD5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61" name="Google Shape;161;g3fa33d35305_0_180"/>
          <p:cNvSpPr txBox="1"/>
          <p:nvPr/>
        </p:nvSpPr>
        <p:spPr>
          <a:xfrm>
            <a:off x="4380205" y="2729484"/>
            <a:ext cx="8985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4CDD5"/>
              </a:buClr>
              <a:buSzPts val="1000"/>
              <a:buFont typeface="Tajawal"/>
              <a:buNone/>
            </a:pP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62" name="Google Shape;162;g3fa33d35305_0_180"/>
          <p:cNvSpPr txBox="1"/>
          <p:nvPr/>
        </p:nvSpPr>
        <p:spPr>
          <a:xfrm>
            <a:off x="3317215" y="2729484"/>
            <a:ext cx="8985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4CDD5"/>
              </a:buClr>
              <a:buSzPts val="1000"/>
              <a:buFont typeface="Tajawal"/>
              <a:buNone/>
            </a:pP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63" name="Google Shape;163;g3fa33d35305_0_180"/>
          <p:cNvSpPr txBox="1"/>
          <p:nvPr/>
        </p:nvSpPr>
        <p:spPr>
          <a:xfrm>
            <a:off x="2117065" y="2729484"/>
            <a:ext cx="10356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4CDD5"/>
              </a:buClr>
              <a:buSzPts val="1000"/>
              <a:buFont typeface="Tajawal"/>
              <a:buNone/>
            </a:pP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64" name="Google Shape;164;g3fa33d35305_0_180"/>
          <p:cNvSpPr txBox="1"/>
          <p:nvPr/>
        </p:nvSpPr>
        <p:spPr>
          <a:xfrm>
            <a:off x="1054075" y="2729484"/>
            <a:ext cx="8985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4CDD5"/>
              </a:buClr>
              <a:buSzPts val="1000"/>
              <a:buFont typeface="Tajawal"/>
              <a:buNone/>
            </a:pP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65" name="Google Shape;165;g3fa33d35305_0_180"/>
          <p:cNvSpPr txBox="1"/>
          <p:nvPr/>
        </p:nvSpPr>
        <p:spPr>
          <a:xfrm>
            <a:off x="333985" y="2729484"/>
            <a:ext cx="5556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ajawal"/>
              <a:buNone/>
            </a:pPr>
            <a:endParaRPr sz="11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66" name="Google Shape;166;g3fa33d35305_0_180"/>
          <p:cNvSpPr/>
          <p:nvPr/>
        </p:nvSpPr>
        <p:spPr>
          <a:xfrm>
            <a:off x="457429" y="3360420"/>
            <a:ext cx="8229600" cy="788700"/>
          </a:xfrm>
          <a:prstGeom prst="roundRect">
            <a:avLst>
              <a:gd name="adj" fmla="val 2609"/>
            </a:avLst>
          </a:prstGeom>
          <a:solidFill>
            <a:srgbClr val="0B1219"/>
          </a:solidFill>
          <a:ln w="9525" cap="flat" cmpd="sng">
            <a:solidFill>
              <a:srgbClr val="AEDB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g3fa33d35305_0_180"/>
          <p:cNvSpPr txBox="1"/>
          <p:nvPr/>
        </p:nvSpPr>
        <p:spPr>
          <a:xfrm>
            <a:off x="7589749" y="3456432"/>
            <a:ext cx="891600" cy="2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DB0B"/>
              </a:buClr>
              <a:buSzPts val="1100"/>
              <a:buFont typeface="Tajawal"/>
              <a:buNone/>
            </a:pPr>
            <a:r>
              <a:rPr lang="en" sz="1100" b="1" i="0" u="none" strike="noStrike" cap="none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القرار</a:t>
            </a:r>
            <a:endParaRPr sz="11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68" name="Google Shape;168;g3fa33d35305_0_180"/>
          <p:cNvSpPr txBox="1"/>
          <p:nvPr/>
        </p:nvSpPr>
        <p:spPr>
          <a:xfrm>
            <a:off x="676885" y="3470148"/>
            <a:ext cx="6789300" cy="5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lang="en" sz="1000" dirty="0" err="1">
                <a:solidFill>
                  <a:srgbClr val="FFFFFF"/>
                </a:solidFill>
                <a:latin typeface="Tajawal"/>
                <a:cs typeface="Tajawal"/>
              </a:rPr>
              <a:t>نركز</a:t>
            </a:r>
            <a:r>
              <a:rPr lang="en" sz="1000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rgbClr val="FFFFFF"/>
                </a:solidFill>
                <a:latin typeface="Tajawal"/>
                <a:cs typeface="Tajawal"/>
              </a:rPr>
              <a:t>على</a:t>
            </a:r>
            <a:r>
              <a:rPr lang="en" sz="1000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rgbClr val="FFFFFF"/>
                </a:solidFill>
                <a:latin typeface="Tajawal"/>
                <a:cs typeface="Tajawal"/>
              </a:rPr>
              <a:t>حاجة</a:t>
            </a:r>
            <a:r>
              <a:rPr lang="en" sz="1000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rgbClr val="FFFFFF"/>
                </a:solidFill>
                <a:latin typeface="Tajawal"/>
                <a:cs typeface="Tajawal"/>
              </a:rPr>
              <a:t>الحامل</a:t>
            </a:r>
            <a:r>
              <a:rPr lang="en" sz="1000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rgbClr val="FFFFFF"/>
                </a:solidFill>
                <a:latin typeface="Tajawal"/>
                <a:cs typeface="Tajawal"/>
              </a:rPr>
              <a:t>إلى</a:t>
            </a:r>
            <a:r>
              <a:rPr lang="en" sz="1000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rgbClr val="FFFFFF"/>
                </a:solidFill>
                <a:latin typeface="Tajawal"/>
                <a:cs typeface="Tajawal"/>
              </a:rPr>
              <a:t>فهم</a:t>
            </a:r>
            <a:r>
              <a:rPr lang="en" sz="1000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rgbClr val="FFFFFF"/>
                </a:solidFill>
                <a:latin typeface="Tajawal"/>
                <a:cs typeface="Tajawal"/>
              </a:rPr>
              <a:t>قياساتها</a:t>
            </a:r>
            <a:r>
              <a:rPr lang="en" sz="1000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rgbClr val="FFFFFF"/>
                </a:solidFill>
                <a:latin typeface="Tajawal"/>
                <a:cs typeface="Tajawal"/>
              </a:rPr>
              <a:t>وعواملها</a:t>
            </a:r>
            <a:r>
              <a:rPr lang="en" sz="1000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rgbClr val="FFFFFF"/>
                </a:solidFill>
                <a:latin typeface="Tajawal"/>
                <a:cs typeface="Tajawal"/>
              </a:rPr>
              <a:t>الصحية</a:t>
            </a:r>
            <a:r>
              <a:rPr lang="en" sz="1000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rgbClr val="FFFFFF"/>
                </a:solidFill>
                <a:latin typeface="Tajawal"/>
                <a:cs typeface="Tajawal"/>
              </a:rPr>
              <a:t>معًا</a:t>
            </a:r>
            <a:r>
              <a:rPr lang="en" sz="1000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rgbClr val="FFFFFF"/>
                </a:solidFill>
                <a:latin typeface="Tajawal"/>
                <a:cs typeface="Tajawal"/>
              </a:rPr>
              <a:t>لمعرفة</a:t>
            </a:r>
            <a:r>
              <a:rPr lang="en" sz="1000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rgbClr val="FFFFFF"/>
                </a:solidFill>
                <a:latin typeface="Tajawal"/>
                <a:cs typeface="Tajawal"/>
              </a:rPr>
              <a:t>مستوى</a:t>
            </a:r>
            <a:r>
              <a:rPr lang="en" sz="1000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rgbClr val="FFFFFF"/>
                </a:solidFill>
                <a:latin typeface="Tajawal"/>
                <a:cs typeface="Tajawal"/>
              </a:rPr>
              <a:t>الخطورة</a:t>
            </a:r>
            <a:r>
              <a:rPr lang="en" sz="1000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rgbClr val="FFFFFF"/>
                </a:solidFill>
                <a:latin typeface="Tajawal"/>
                <a:cs typeface="Tajawal"/>
              </a:rPr>
              <a:t>الشخصي</a:t>
            </a:r>
            <a:r>
              <a:rPr lang="en" sz="1000" dirty="0">
                <a:solidFill>
                  <a:srgbClr val="FFFFFF"/>
                </a:solidFill>
                <a:latin typeface="Tajawal"/>
                <a:cs typeface="Tajawal"/>
              </a:rPr>
              <a:t>.</a:t>
            </a:r>
            <a:endParaRPr lang="en-US" dirty="0"/>
          </a:p>
        </p:txBody>
      </p:sp>
      <p:sp>
        <p:nvSpPr>
          <p:cNvPr id="169" name="Google Shape;169;g3fa33d35305_0_180"/>
          <p:cNvSpPr/>
          <p:nvPr/>
        </p:nvSpPr>
        <p:spPr>
          <a:xfrm>
            <a:off x="457429" y="4539996"/>
            <a:ext cx="8229600" cy="288000"/>
          </a:xfrm>
          <a:prstGeom prst="roundRect">
            <a:avLst>
              <a:gd name="adj" fmla="val 9524"/>
            </a:avLst>
          </a:prstGeom>
          <a:solidFill>
            <a:srgbClr val="021B4E"/>
          </a:solidFill>
          <a:ln w="7150" cap="flat" cmpd="sng">
            <a:solidFill>
              <a:srgbClr val="00339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g3fa33d35305_0_180"/>
          <p:cNvSpPr txBox="1"/>
          <p:nvPr/>
        </p:nvSpPr>
        <p:spPr>
          <a:xfrm>
            <a:off x="834619" y="4539996"/>
            <a:ext cx="74751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Tajawal"/>
              <a:buNone/>
            </a:pPr>
            <a:r>
              <a:rPr lang="en" sz="1000" b="0" i="0" u="none" strike="noStrike" cap="none">
                <a:solidFill>
                  <a:srgbClr val="FFFFFF"/>
                </a:solidFill>
                <a:latin typeface="Tajawal"/>
                <a:ea typeface="Tajawal"/>
                <a:cs typeface="Tajawal"/>
                <a:sym typeface="Tajawal"/>
              </a:rPr>
              <a:t>تحدي الجامعات 2026  |  اليوم الأول — الجلسة 2: ورشة تحديد المشكلة</a:t>
            </a: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71" name="Google Shape;171;g3fa33d35305_0_180"/>
          <p:cNvSpPr txBox="1"/>
          <p:nvPr/>
        </p:nvSpPr>
        <p:spPr>
          <a:xfrm>
            <a:off x="539725" y="4539996"/>
            <a:ext cx="3429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DB0B"/>
              </a:buClr>
              <a:buSzPts val="800"/>
              <a:buFont typeface="Tajawal"/>
              <a:buNone/>
            </a:pPr>
            <a:r>
              <a:rPr lang="en" sz="1000" b="1" i="0" u="none" strike="noStrike" cap="none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9</a:t>
            </a: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2" name="Google Shape;147;g3fa33d35305_0_180">
            <a:extLst>
              <a:ext uri="{FF2B5EF4-FFF2-40B4-BE49-F238E27FC236}">
                <a16:creationId xmlns:a16="http://schemas.microsoft.com/office/drawing/2014/main" id="{CC843644-2DF1-9728-63AC-20DBE09788BA}"/>
              </a:ext>
            </a:extLst>
          </p:cNvPr>
          <p:cNvSpPr txBox="1"/>
          <p:nvPr/>
        </p:nvSpPr>
        <p:spPr>
          <a:xfrm>
            <a:off x="4380205" y="2181437"/>
            <a:ext cx="8985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ajawal"/>
              <a:buNone/>
            </a:pPr>
            <a:r>
              <a:rPr lang="en" sz="1000" dirty="0">
                <a:solidFill>
                  <a:srgbClr val="FFFFFF"/>
                </a:solidFill>
                <a:latin typeface="Tajawal"/>
                <a:ea typeface="Tajawal"/>
                <a:cs typeface="Tajawal"/>
              </a:rPr>
              <a:t>5</a:t>
            </a:r>
            <a:endParaRPr lang="en" sz="1000" b="0" i="0" u="none" strike="noStrike" cap="none" dirty="0">
              <a:solidFill>
                <a:srgbClr val="FFFFFF"/>
              </a:solidFill>
              <a:latin typeface="Tajawal"/>
              <a:ea typeface="Tajawal"/>
              <a:cs typeface="Tajawal"/>
            </a:endParaRPr>
          </a:p>
        </p:txBody>
      </p:sp>
      <p:sp>
        <p:nvSpPr>
          <p:cNvPr id="3" name="Google Shape;147;g3fa33d35305_0_180">
            <a:extLst>
              <a:ext uri="{FF2B5EF4-FFF2-40B4-BE49-F238E27FC236}">
                <a16:creationId xmlns:a16="http://schemas.microsoft.com/office/drawing/2014/main" id="{8595E4C7-0AF2-B9CF-BC3A-C07028916842}"/>
              </a:ext>
            </a:extLst>
          </p:cNvPr>
          <p:cNvSpPr txBox="1"/>
          <p:nvPr/>
        </p:nvSpPr>
        <p:spPr>
          <a:xfrm>
            <a:off x="4380204" y="2730671"/>
            <a:ext cx="8985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ajawal"/>
              <a:buNone/>
            </a:pPr>
            <a:r>
              <a:rPr lang="en" sz="1000" dirty="0">
                <a:solidFill>
                  <a:srgbClr val="FFFFFF"/>
                </a:solidFill>
                <a:latin typeface="Tajawal"/>
                <a:ea typeface="Tajawal"/>
                <a:cs typeface="Tajawal"/>
              </a:rPr>
              <a:t>5</a:t>
            </a:r>
            <a:endParaRPr lang="en" sz="1000" b="0" i="0" u="none" strike="noStrike" cap="none" dirty="0">
              <a:solidFill>
                <a:srgbClr val="FFFFFF"/>
              </a:solidFill>
              <a:latin typeface="Tajawal"/>
              <a:ea typeface="Tajawal"/>
              <a:cs typeface="Tajawal"/>
            </a:endParaRPr>
          </a:p>
        </p:txBody>
      </p:sp>
      <p:sp>
        <p:nvSpPr>
          <p:cNvPr id="4" name="Google Shape;147;g3fa33d35305_0_180">
            <a:extLst>
              <a:ext uri="{FF2B5EF4-FFF2-40B4-BE49-F238E27FC236}">
                <a16:creationId xmlns:a16="http://schemas.microsoft.com/office/drawing/2014/main" id="{F3CFDE32-2F04-C6D8-01B6-3B5D90BF038A}"/>
              </a:ext>
            </a:extLst>
          </p:cNvPr>
          <p:cNvSpPr txBox="1"/>
          <p:nvPr/>
        </p:nvSpPr>
        <p:spPr>
          <a:xfrm>
            <a:off x="3318847" y="2181437"/>
            <a:ext cx="8985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ajawal"/>
              <a:buNone/>
            </a:pPr>
            <a:r>
              <a:rPr lang="en" sz="1000" dirty="0">
                <a:solidFill>
                  <a:srgbClr val="FFFFFF"/>
                </a:solidFill>
                <a:latin typeface="Tajawal"/>
                <a:ea typeface="Tajawal"/>
                <a:cs typeface="Tajawal"/>
              </a:rPr>
              <a:t>5</a:t>
            </a:r>
            <a:endParaRPr lang="en" sz="1000" b="0" i="0" u="none" strike="noStrike" cap="none" dirty="0">
              <a:solidFill>
                <a:srgbClr val="FFFFFF"/>
              </a:solidFill>
              <a:latin typeface="Tajawal"/>
              <a:ea typeface="Tajawal"/>
              <a:cs typeface="Tajawal"/>
            </a:endParaRPr>
          </a:p>
        </p:txBody>
      </p:sp>
      <p:sp>
        <p:nvSpPr>
          <p:cNvPr id="5" name="Google Shape;147;g3fa33d35305_0_180">
            <a:extLst>
              <a:ext uri="{FF2B5EF4-FFF2-40B4-BE49-F238E27FC236}">
                <a16:creationId xmlns:a16="http://schemas.microsoft.com/office/drawing/2014/main" id="{F5291C57-CD49-E328-CEE2-BC72BDAEAAC2}"/>
              </a:ext>
            </a:extLst>
          </p:cNvPr>
          <p:cNvSpPr txBox="1"/>
          <p:nvPr/>
        </p:nvSpPr>
        <p:spPr>
          <a:xfrm>
            <a:off x="3318847" y="2730671"/>
            <a:ext cx="8985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ajawal"/>
              <a:buNone/>
            </a:pPr>
            <a:r>
              <a:rPr lang="en" sz="1000" dirty="0">
                <a:solidFill>
                  <a:srgbClr val="FFFFFF"/>
                </a:solidFill>
                <a:latin typeface="Tajawal"/>
                <a:ea typeface="Tajawal"/>
                <a:cs typeface="Tajawal"/>
              </a:rPr>
              <a:t>4</a:t>
            </a:r>
            <a:endParaRPr lang="en" sz="1000" b="0" i="0" u="none" strike="noStrike" cap="none" dirty="0">
              <a:solidFill>
                <a:srgbClr val="FFFFFF"/>
              </a:solidFill>
              <a:latin typeface="Tajawal"/>
              <a:ea typeface="Tajawal"/>
              <a:cs typeface="Tajawal"/>
            </a:endParaRPr>
          </a:p>
        </p:txBody>
      </p:sp>
      <p:sp>
        <p:nvSpPr>
          <p:cNvPr id="6" name="Google Shape;147;g3fa33d35305_0_180">
            <a:extLst>
              <a:ext uri="{FF2B5EF4-FFF2-40B4-BE49-F238E27FC236}">
                <a16:creationId xmlns:a16="http://schemas.microsoft.com/office/drawing/2014/main" id="{E3D46D1F-333E-17DD-FC4D-792BDD7BB52D}"/>
              </a:ext>
            </a:extLst>
          </p:cNvPr>
          <p:cNvSpPr txBox="1"/>
          <p:nvPr/>
        </p:nvSpPr>
        <p:spPr>
          <a:xfrm>
            <a:off x="2190692" y="2181437"/>
            <a:ext cx="8985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ajawal"/>
              <a:buNone/>
            </a:pPr>
            <a:r>
              <a:rPr lang="en" sz="1000" dirty="0">
                <a:solidFill>
                  <a:srgbClr val="FFFFFF"/>
                </a:solidFill>
                <a:latin typeface="Tajawal"/>
                <a:ea typeface="Tajawal"/>
                <a:cs typeface="Tajawal"/>
              </a:rPr>
              <a:t>5</a:t>
            </a:r>
            <a:endParaRPr lang="en" sz="1000" b="0" i="0" u="none" strike="noStrike" cap="none" dirty="0">
              <a:solidFill>
                <a:srgbClr val="FFFFFF"/>
              </a:solidFill>
              <a:latin typeface="Tajawal"/>
              <a:ea typeface="Tajawal"/>
              <a:cs typeface="Tajawal"/>
            </a:endParaRPr>
          </a:p>
        </p:txBody>
      </p:sp>
      <p:sp>
        <p:nvSpPr>
          <p:cNvPr id="8" name="Google Shape;147;g3fa33d35305_0_180">
            <a:extLst>
              <a:ext uri="{FF2B5EF4-FFF2-40B4-BE49-F238E27FC236}">
                <a16:creationId xmlns:a16="http://schemas.microsoft.com/office/drawing/2014/main" id="{F80DF2CA-687C-8304-6F14-DD44118A7706}"/>
              </a:ext>
            </a:extLst>
          </p:cNvPr>
          <p:cNvSpPr txBox="1"/>
          <p:nvPr/>
        </p:nvSpPr>
        <p:spPr>
          <a:xfrm>
            <a:off x="2190692" y="2730671"/>
            <a:ext cx="8985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ajawal"/>
              <a:buNone/>
            </a:pPr>
            <a:r>
              <a:rPr lang="en" sz="1000" dirty="0">
                <a:solidFill>
                  <a:srgbClr val="FFFFFF"/>
                </a:solidFill>
                <a:latin typeface="Tajawal"/>
                <a:cs typeface="Tajawal"/>
              </a:rPr>
              <a:t>4</a:t>
            </a:r>
          </a:p>
        </p:txBody>
      </p:sp>
      <p:sp>
        <p:nvSpPr>
          <p:cNvPr id="9" name="Google Shape;147;g3fa33d35305_0_180">
            <a:extLst>
              <a:ext uri="{FF2B5EF4-FFF2-40B4-BE49-F238E27FC236}">
                <a16:creationId xmlns:a16="http://schemas.microsoft.com/office/drawing/2014/main" id="{2D9ED322-942F-999B-6235-D1BF3F041E00}"/>
              </a:ext>
            </a:extLst>
          </p:cNvPr>
          <p:cNvSpPr txBox="1"/>
          <p:nvPr/>
        </p:nvSpPr>
        <p:spPr>
          <a:xfrm>
            <a:off x="1055113" y="2181437"/>
            <a:ext cx="8985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ajawal"/>
              <a:buNone/>
            </a:pPr>
            <a:r>
              <a:rPr lang="en" sz="1000" dirty="0">
                <a:solidFill>
                  <a:srgbClr val="FFFFFF"/>
                </a:solidFill>
                <a:latin typeface="Tajawal"/>
                <a:ea typeface="Tajawal"/>
                <a:cs typeface="Tajawal"/>
              </a:rPr>
              <a:t>5</a:t>
            </a:r>
            <a:endParaRPr lang="en" sz="1000" b="0" i="0" u="none" strike="noStrike" cap="none" dirty="0">
              <a:solidFill>
                <a:srgbClr val="FFFFFF"/>
              </a:solidFill>
              <a:latin typeface="Tajawal"/>
              <a:ea typeface="Tajawal"/>
              <a:cs typeface="Tajawal"/>
            </a:endParaRPr>
          </a:p>
        </p:txBody>
      </p:sp>
      <p:sp>
        <p:nvSpPr>
          <p:cNvPr id="10" name="Google Shape;147;g3fa33d35305_0_180">
            <a:extLst>
              <a:ext uri="{FF2B5EF4-FFF2-40B4-BE49-F238E27FC236}">
                <a16:creationId xmlns:a16="http://schemas.microsoft.com/office/drawing/2014/main" id="{9377F432-695E-8EAB-A6E7-E92CDB6C02D4}"/>
              </a:ext>
            </a:extLst>
          </p:cNvPr>
          <p:cNvSpPr txBox="1"/>
          <p:nvPr/>
        </p:nvSpPr>
        <p:spPr>
          <a:xfrm>
            <a:off x="1055114" y="2730671"/>
            <a:ext cx="8985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ajawal"/>
              <a:buNone/>
            </a:pPr>
            <a:r>
              <a:rPr lang="en" sz="1000" dirty="0">
                <a:solidFill>
                  <a:srgbClr val="FFFFFF"/>
                </a:solidFill>
                <a:latin typeface="Tajawal"/>
                <a:ea typeface="Tajawal"/>
                <a:cs typeface="Tajawal"/>
              </a:rPr>
              <a:t>5</a:t>
            </a:r>
            <a:endParaRPr lang="en" sz="1000" b="0" i="0" u="none" strike="noStrike" cap="none" dirty="0">
              <a:solidFill>
                <a:srgbClr val="FFFFFF"/>
              </a:solidFill>
              <a:latin typeface="Tajawal"/>
              <a:ea typeface="Tajawal"/>
              <a:cs typeface="Tajawal"/>
            </a:endParaRPr>
          </a:p>
        </p:txBody>
      </p:sp>
      <p:sp>
        <p:nvSpPr>
          <p:cNvPr id="11" name="Google Shape;147;g3fa33d35305_0_180">
            <a:extLst>
              <a:ext uri="{FF2B5EF4-FFF2-40B4-BE49-F238E27FC236}">
                <a16:creationId xmlns:a16="http://schemas.microsoft.com/office/drawing/2014/main" id="{5243CA50-0092-77BC-2A99-23F2F065AD2C}"/>
              </a:ext>
            </a:extLst>
          </p:cNvPr>
          <p:cNvSpPr txBox="1"/>
          <p:nvPr/>
        </p:nvSpPr>
        <p:spPr>
          <a:xfrm>
            <a:off x="157042" y="2181437"/>
            <a:ext cx="8985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ajawal"/>
              <a:buNone/>
            </a:pPr>
            <a:r>
              <a:rPr lang="en" sz="1000" dirty="0">
                <a:solidFill>
                  <a:srgbClr val="FFFFFF"/>
                </a:solidFill>
                <a:latin typeface="Tajawal"/>
                <a:ea typeface="Tajawal"/>
                <a:cs typeface="Tajawal"/>
              </a:rPr>
              <a:t>20</a:t>
            </a:r>
            <a:endParaRPr lang="en" sz="1000" b="0" i="0" u="none" strike="noStrike" cap="none" dirty="0">
              <a:solidFill>
                <a:srgbClr val="FFFFFF"/>
              </a:solidFill>
              <a:latin typeface="Tajawal"/>
              <a:ea typeface="Tajawal"/>
              <a:cs typeface="Tajawal"/>
            </a:endParaRPr>
          </a:p>
        </p:txBody>
      </p:sp>
      <p:sp>
        <p:nvSpPr>
          <p:cNvPr id="12" name="Google Shape;147;g3fa33d35305_0_180">
            <a:extLst>
              <a:ext uri="{FF2B5EF4-FFF2-40B4-BE49-F238E27FC236}">
                <a16:creationId xmlns:a16="http://schemas.microsoft.com/office/drawing/2014/main" id="{6C2164FB-88EB-FED8-A3A0-F1401B968C76}"/>
              </a:ext>
            </a:extLst>
          </p:cNvPr>
          <p:cNvSpPr txBox="1"/>
          <p:nvPr/>
        </p:nvSpPr>
        <p:spPr>
          <a:xfrm>
            <a:off x="157042" y="2730671"/>
            <a:ext cx="8985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ajawal"/>
              <a:buNone/>
            </a:pPr>
            <a:r>
              <a:rPr lang="en" sz="1000" dirty="0">
                <a:solidFill>
                  <a:srgbClr val="FFFFFF"/>
                </a:solidFill>
                <a:latin typeface="Tajawal"/>
                <a:ea typeface="Tajawal"/>
                <a:cs typeface="Tajawal"/>
              </a:rPr>
              <a:t>18</a:t>
            </a:r>
            <a:endParaRPr lang="en" sz="1000" b="0" i="0" u="none" strike="noStrike" cap="none" dirty="0">
              <a:solidFill>
                <a:srgbClr val="FFFFFF"/>
              </a:solidFill>
              <a:latin typeface="Tajawal"/>
              <a:ea typeface="Tajawal"/>
              <a:cs typeface="Tajawal"/>
            </a:endParaRPr>
          </a:p>
        </p:txBody>
      </p:sp>
    </p:spTree>
    <p:extLst>
      <p:ext uri="{BB962C8B-B14F-4D97-AF65-F5344CB8AC3E}">
        <p14:creationId xmlns:p14="http://schemas.microsoft.com/office/powerpoint/2010/main" val="41640769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g3fa33d35305_0_297" descr="/home/claude/w/assets/logo_dark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429" y="260604"/>
            <a:ext cx="891519" cy="30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g3fa33d35305_0_297"/>
          <p:cNvSpPr txBox="1"/>
          <p:nvPr/>
        </p:nvSpPr>
        <p:spPr>
          <a:xfrm>
            <a:off x="457429" y="651029"/>
            <a:ext cx="1371600" cy="1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DB0B"/>
              </a:buClr>
              <a:buSzPts val="600"/>
              <a:buFont typeface="Tajawal"/>
              <a:buNone/>
            </a:pPr>
            <a:r>
              <a:rPr lang="en" sz="1000" b="0" i="0" u="none" strike="noStrike" cap="none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تحدي الجامعات 2026</a:t>
            </a: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79" name="Google Shape;179;g3fa33d35305_0_297"/>
          <p:cNvSpPr txBox="1"/>
          <p:nvPr/>
        </p:nvSpPr>
        <p:spPr>
          <a:xfrm>
            <a:off x="2103349" y="246888"/>
            <a:ext cx="6583800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ajawal"/>
              <a:buNone/>
            </a:pPr>
            <a:r>
              <a:rPr lang="en" sz="2000" b="1" i="0" u="none" strike="noStrike" cap="none">
                <a:solidFill>
                  <a:srgbClr val="FFFFFF"/>
                </a:solidFill>
                <a:latin typeface="Tajawal"/>
                <a:ea typeface="Tajawal"/>
                <a:cs typeface="Tajawal"/>
                <a:sym typeface="Tajawal"/>
              </a:rPr>
              <a:t>بطاقة العميل المستهدف</a:t>
            </a:r>
            <a:endParaRPr sz="2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cxnSp>
        <p:nvCxnSpPr>
          <p:cNvPr id="181" name="Google Shape;181;g3fa33d35305_0_297"/>
          <p:cNvCxnSpPr/>
          <p:nvPr/>
        </p:nvCxnSpPr>
        <p:spPr>
          <a:xfrm>
            <a:off x="457429" y="966978"/>
            <a:ext cx="8229600" cy="0"/>
          </a:xfrm>
          <a:prstGeom prst="straightConnector1">
            <a:avLst/>
          </a:prstGeom>
          <a:noFill/>
          <a:ln w="9525" cap="flat" cmpd="sng">
            <a:solidFill>
              <a:srgbClr val="AEDB0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2" name="Google Shape;182;g3fa33d35305_0_297"/>
          <p:cNvSpPr/>
          <p:nvPr/>
        </p:nvSpPr>
        <p:spPr>
          <a:xfrm>
            <a:off x="6044413" y="1179576"/>
            <a:ext cx="2642700" cy="1302900"/>
          </a:xfrm>
          <a:prstGeom prst="roundRect">
            <a:avLst>
              <a:gd name="adj" fmla="val 1579"/>
            </a:avLst>
          </a:prstGeom>
          <a:solidFill>
            <a:srgbClr val="0B1219"/>
          </a:solidFill>
          <a:ln w="9525" cap="flat" cmpd="sng">
            <a:solidFill>
              <a:srgbClr val="1E2C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g3fa33d35305_0_297"/>
          <p:cNvSpPr txBox="1"/>
          <p:nvPr/>
        </p:nvSpPr>
        <p:spPr>
          <a:xfrm>
            <a:off x="6195289" y="1316736"/>
            <a:ext cx="2340900" cy="2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E5F8"/>
              </a:buClr>
              <a:buSzPts val="1000"/>
              <a:buFont typeface="Tajawal"/>
              <a:buNone/>
            </a:pPr>
            <a:r>
              <a:rPr lang="en" sz="1000" b="1" i="0" u="none" strike="noStrike" cap="none">
                <a:solidFill>
                  <a:srgbClr val="12E5F8"/>
                </a:solidFill>
                <a:latin typeface="Tajawal"/>
                <a:ea typeface="Tajawal"/>
                <a:cs typeface="Tajawal"/>
                <a:sym typeface="Tajawal"/>
              </a:rPr>
              <a:t>الاسم والوصف</a:t>
            </a: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cxnSp>
        <p:nvCxnSpPr>
          <p:cNvPr id="184" name="Google Shape;184;g3fa33d35305_0_297"/>
          <p:cNvCxnSpPr/>
          <p:nvPr/>
        </p:nvCxnSpPr>
        <p:spPr>
          <a:xfrm>
            <a:off x="6195289" y="1604772"/>
            <a:ext cx="2340900" cy="0"/>
          </a:xfrm>
          <a:prstGeom prst="straightConnector1">
            <a:avLst/>
          </a:prstGeom>
          <a:noFill/>
          <a:ln w="9525" cap="flat" cmpd="sng">
            <a:solidFill>
              <a:srgbClr val="1E2C3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5" name="Google Shape;185;g3fa33d35305_0_297"/>
          <p:cNvSpPr txBox="1"/>
          <p:nvPr/>
        </p:nvSpPr>
        <p:spPr>
          <a:xfrm>
            <a:off x="6195289" y="1687068"/>
            <a:ext cx="23409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lang="en" sz="1000" dirty="0" err="1">
                <a:solidFill>
                  <a:srgbClr val="FFFFFF"/>
                </a:solidFill>
                <a:latin typeface="Tajawal"/>
                <a:cs typeface="Tajawal"/>
              </a:rPr>
              <a:t>ريم</a:t>
            </a:r>
            <a:r>
              <a:rPr lang="en" sz="1000" dirty="0">
                <a:solidFill>
                  <a:srgbClr val="FFFFFF"/>
                </a:solidFill>
                <a:latin typeface="Tajawal"/>
                <a:cs typeface="Tajawal"/>
              </a:rPr>
              <a:t>، 34 </a:t>
            </a:r>
            <a:r>
              <a:rPr lang="en" sz="1000" dirty="0" err="1">
                <a:solidFill>
                  <a:srgbClr val="FFFFFF"/>
                </a:solidFill>
                <a:latin typeface="Tajawal"/>
                <a:cs typeface="Tajawal"/>
              </a:rPr>
              <a:t>عامًا</a:t>
            </a:r>
            <a:r>
              <a:rPr lang="en" sz="1000" dirty="0">
                <a:solidFill>
                  <a:srgbClr val="FFFFFF"/>
                </a:solidFill>
                <a:latin typeface="Tajawal"/>
                <a:cs typeface="Tajawal"/>
              </a:rPr>
              <a:t>، </a:t>
            </a:r>
            <a:r>
              <a:rPr lang="en" sz="1000" dirty="0" err="1">
                <a:solidFill>
                  <a:srgbClr val="FFFFFF"/>
                </a:solidFill>
                <a:latin typeface="Tajawal"/>
                <a:cs typeface="Tajawal"/>
              </a:rPr>
              <a:t>حامل</a:t>
            </a:r>
            <a:r>
              <a:rPr lang="en" sz="1000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rgbClr val="FFFFFF"/>
                </a:solidFill>
                <a:latin typeface="Tajawal"/>
                <a:cs typeface="Tajawal"/>
              </a:rPr>
              <a:t>للمرة</a:t>
            </a:r>
            <a:r>
              <a:rPr lang="en" sz="1000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rgbClr val="FFFFFF"/>
                </a:solidFill>
                <a:latin typeface="Tajawal"/>
                <a:cs typeface="Tajawal"/>
              </a:rPr>
              <a:t>الثانية</a:t>
            </a:r>
            <a:r>
              <a:rPr lang="en" sz="1000" dirty="0">
                <a:solidFill>
                  <a:srgbClr val="FFFFFF"/>
                </a:solidFill>
                <a:latin typeface="Tajawal"/>
                <a:cs typeface="Tajawal"/>
              </a:rPr>
              <a:t>، </a:t>
            </a:r>
            <a:r>
              <a:rPr lang="en" sz="1000" dirty="0" err="1">
                <a:solidFill>
                  <a:srgbClr val="FFFFFF"/>
                </a:solidFill>
                <a:latin typeface="Tajawal"/>
                <a:cs typeface="Tajawal"/>
              </a:rPr>
              <a:t>الأسبوع</a:t>
            </a:r>
            <a:r>
              <a:rPr lang="en" sz="1000" dirty="0">
                <a:solidFill>
                  <a:srgbClr val="FFFFFF"/>
                </a:solidFill>
                <a:latin typeface="Tajawal"/>
                <a:cs typeface="Tajawal"/>
              </a:rPr>
              <a:t> 26، </a:t>
            </a:r>
            <a:r>
              <a:rPr lang="en" sz="1000" dirty="0" err="1">
                <a:solidFill>
                  <a:srgbClr val="FFFFFF"/>
                </a:solidFill>
                <a:latin typeface="Tajawal"/>
                <a:cs typeface="Tajawal"/>
              </a:rPr>
              <a:t>وتعاني</a:t>
            </a:r>
            <a:r>
              <a:rPr lang="en" sz="1000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rgbClr val="FFFFFF"/>
                </a:solidFill>
                <a:latin typeface="Tajawal"/>
                <a:cs typeface="Tajawal"/>
              </a:rPr>
              <a:t>من</a:t>
            </a:r>
            <a:r>
              <a:rPr lang="en" sz="1000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rgbClr val="FFFFFF"/>
                </a:solidFill>
                <a:latin typeface="Tajawal"/>
                <a:cs typeface="Tajawal"/>
              </a:rPr>
              <a:t>ارتفاع</a:t>
            </a:r>
            <a:r>
              <a:rPr lang="en" sz="1000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rgbClr val="FFFFFF"/>
                </a:solidFill>
                <a:latin typeface="Tajawal"/>
                <a:cs typeface="Tajawal"/>
              </a:rPr>
              <a:t>بسيط</a:t>
            </a:r>
            <a:r>
              <a:rPr lang="en" sz="1000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rgbClr val="FFFFFF"/>
                </a:solidFill>
                <a:latin typeface="Tajawal"/>
                <a:cs typeface="Tajawal"/>
              </a:rPr>
              <a:t>في</a:t>
            </a:r>
            <a:r>
              <a:rPr lang="en" sz="1000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rgbClr val="FFFFFF"/>
                </a:solidFill>
                <a:latin typeface="Tajawal"/>
                <a:cs typeface="Tajawal"/>
              </a:rPr>
              <a:t>ضغط</a:t>
            </a:r>
            <a:r>
              <a:rPr lang="en" sz="1000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rgbClr val="FFFFFF"/>
                </a:solidFill>
                <a:latin typeface="Tajawal"/>
                <a:cs typeface="Tajawal"/>
              </a:rPr>
              <a:t>الدم</a:t>
            </a:r>
            <a:r>
              <a:rPr lang="en" sz="1000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rgbClr val="FFFFFF"/>
                </a:solidFill>
                <a:latin typeface="Tajawal"/>
                <a:cs typeface="Tajawal"/>
              </a:rPr>
              <a:t>منذ</a:t>
            </a:r>
            <a:r>
              <a:rPr lang="en" sz="1000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rgbClr val="FFFFFF"/>
                </a:solidFill>
                <a:latin typeface="Tajawal"/>
                <a:cs typeface="Tajawal"/>
              </a:rPr>
              <a:t>ما</a:t>
            </a:r>
            <a:r>
              <a:rPr lang="en" sz="1000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rgbClr val="FFFFFF"/>
                </a:solidFill>
                <a:latin typeface="Tajawal"/>
                <a:cs typeface="Tajawal"/>
              </a:rPr>
              <a:t>قبل</a:t>
            </a:r>
            <a:r>
              <a:rPr lang="en" sz="1000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rgbClr val="FFFFFF"/>
                </a:solidFill>
                <a:latin typeface="Tajawal"/>
                <a:cs typeface="Tajawal"/>
              </a:rPr>
              <a:t>الحمل</a:t>
            </a:r>
            <a:r>
              <a:rPr lang="en" sz="1000" dirty="0">
                <a:solidFill>
                  <a:srgbClr val="FFFFFF"/>
                </a:solidFill>
                <a:latin typeface="Tajawal"/>
                <a:cs typeface="Tajawal"/>
              </a:rPr>
              <a:t>.</a:t>
            </a:r>
            <a:endParaRPr lang="en-US" dirty="0"/>
          </a:p>
          <a:p>
            <a:pPr algn="r" rtl="1">
              <a:lnSpc>
                <a:spcPct val="130000"/>
              </a:lnSpc>
              <a:buSzPts val="900"/>
              <a:buFont typeface="Tajawal"/>
            </a:pPr>
            <a:endParaRPr lang="en" sz="1000" b="0" i="0" u="none" strike="noStrike" cap="none" dirty="0">
              <a:solidFill>
                <a:srgbClr val="FFFFFF"/>
              </a:solidFill>
              <a:latin typeface="Tajawal"/>
              <a:ea typeface="Tajawal"/>
              <a:cs typeface="Tajawal"/>
            </a:endParaRPr>
          </a:p>
        </p:txBody>
      </p:sp>
      <p:sp>
        <p:nvSpPr>
          <p:cNvPr id="186" name="Google Shape;186;g3fa33d35305_0_297"/>
          <p:cNvSpPr/>
          <p:nvPr/>
        </p:nvSpPr>
        <p:spPr>
          <a:xfrm>
            <a:off x="3250921" y="1179576"/>
            <a:ext cx="2642700" cy="1302900"/>
          </a:xfrm>
          <a:prstGeom prst="roundRect">
            <a:avLst>
              <a:gd name="adj" fmla="val 1579"/>
            </a:avLst>
          </a:prstGeom>
          <a:solidFill>
            <a:srgbClr val="0B1219"/>
          </a:solidFill>
          <a:ln w="9525" cap="flat" cmpd="sng">
            <a:solidFill>
              <a:srgbClr val="1E2C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g3fa33d35305_0_297"/>
          <p:cNvSpPr txBox="1"/>
          <p:nvPr/>
        </p:nvSpPr>
        <p:spPr>
          <a:xfrm>
            <a:off x="3401797" y="1316736"/>
            <a:ext cx="2340900" cy="2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E5F8"/>
              </a:buClr>
              <a:buSzPts val="1000"/>
              <a:buFont typeface="Tajawal"/>
              <a:buNone/>
            </a:pPr>
            <a:r>
              <a:rPr lang="en" sz="1000" b="1" i="0" u="none" strike="noStrike" cap="none">
                <a:solidFill>
                  <a:srgbClr val="12E5F8"/>
                </a:solidFill>
                <a:latin typeface="Tajawal"/>
                <a:ea typeface="Tajawal"/>
                <a:cs typeface="Tajawal"/>
                <a:sym typeface="Tajawal"/>
              </a:rPr>
              <a:t>يومه المعتاد</a:t>
            </a: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cxnSp>
        <p:nvCxnSpPr>
          <p:cNvPr id="188" name="Google Shape;188;g3fa33d35305_0_297"/>
          <p:cNvCxnSpPr/>
          <p:nvPr/>
        </p:nvCxnSpPr>
        <p:spPr>
          <a:xfrm>
            <a:off x="3401797" y="1604772"/>
            <a:ext cx="2340900" cy="0"/>
          </a:xfrm>
          <a:prstGeom prst="straightConnector1">
            <a:avLst/>
          </a:prstGeom>
          <a:noFill/>
          <a:ln w="9525" cap="flat" cmpd="sng">
            <a:solidFill>
              <a:srgbClr val="1E2C3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9" name="Google Shape;189;g3fa33d35305_0_297"/>
          <p:cNvSpPr txBox="1"/>
          <p:nvPr/>
        </p:nvSpPr>
        <p:spPr>
          <a:xfrm>
            <a:off x="3401797" y="1687068"/>
            <a:ext cx="23409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lang="en" sz="1000" dirty="0" err="1">
                <a:solidFill>
                  <a:srgbClr val="FFFFFF"/>
                </a:solidFill>
                <a:latin typeface="Tajawal"/>
                <a:cs typeface="Tajawal"/>
              </a:rPr>
              <a:t>تتابع</a:t>
            </a:r>
            <a:r>
              <a:rPr lang="en" sz="1000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rgbClr val="FFFFFF"/>
                </a:solidFill>
                <a:latin typeface="Tajawal"/>
                <a:cs typeface="Tajawal"/>
              </a:rPr>
              <a:t>حملها</a:t>
            </a:r>
            <a:r>
              <a:rPr lang="en" sz="1000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rgbClr val="FFFFFF"/>
                </a:solidFill>
                <a:latin typeface="Tajawal"/>
                <a:cs typeface="Tajawal"/>
              </a:rPr>
              <a:t>وقياس</a:t>
            </a:r>
            <a:r>
              <a:rPr lang="en" sz="1000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rgbClr val="FFFFFF"/>
                </a:solidFill>
                <a:latin typeface="Tajawal"/>
                <a:cs typeface="Tajawal"/>
              </a:rPr>
              <a:t>ضغطها</a:t>
            </a:r>
            <a:r>
              <a:rPr lang="en" sz="1000" dirty="0">
                <a:solidFill>
                  <a:srgbClr val="FFFFFF"/>
                </a:solidFill>
                <a:latin typeface="Tajawal"/>
                <a:cs typeface="Tajawal"/>
              </a:rPr>
              <a:t>، </a:t>
            </a:r>
            <a:r>
              <a:rPr lang="en" sz="1000" dirty="0" err="1">
                <a:solidFill>
                  <a:srgbClr val="FFFFFF"/>
                </a:solidFill>
                <a:latin typeface="Tajawal"/>
                <a:cs typeface="Tajawal"/>
              </a:rPr>
              <a:t>وتقارن</a:t>
            </a:r>
            <a:r>
              <a:rPr lang="en" sz="1000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rgbClr val="FFFFFF"/>
                </a:solidFill>
                <a:latin typeface="Tajawal"/>
                <a:cs typeface="Tajawal"/>
              </a:rPr>
              <a:t>أحيانًا</a:t>
            </a:r>
            <a:r>
              <a:rPr lang="en" sz="1000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rgbClr val="FFFFFF"/>
                </a:solidFill>
                <a:latin typeface="Tajawal"/>
                <a:cs typeface="Tajawal"/>
              </a:rPr>
              <a:t>هذا</a:t>
            </a:r>
            <a:r>
              <a:rPr lang="en" sz="1000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rgbClr val="FFFFFF"/>
                </a:solidFill>
                <a:latin typeface="Tajawal"/>
                <a:cs typeface="Tajawal"/>
              </a:rPr>
              <a:t>الحمل</a:t>
            </a:r>
            <a:r>
              <a:rPr lang="en" sz="1000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rgbClr val="FFFFFF"/>
                </a:solidFill>
                <a:latin typeface="Tajawal"/>
                <a:cs typeface="Tajawal"/>
              </a:rPr>
              <a:t>بتجربتها</a:t>
            </a:r>
            <a:r>
              <a:rPr lang="en" sz="1000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rgbClr val="FFFFFF"/>
                </a:solidFill>
                <a:latin typeface="Tajawal"/>
                <a:cs typeface="Tajawal"/>
              </a:rPr>
              <a:t>السابقة</a:t>
            </a:r>
            <a:r>
              <a:rPr lang="en" sz="1000" dirty="0">
                <a:solidFill>
                  <a:srgbClr val="FFFFFF"/>
                </a:solidFill>
                <a:latin typeface="Tajawal"/>
                <a:cs typeface="Tajawal"/>
              </a:rPr>
              <a:t>.</a:t>
            </a:r>
            <a:endParaRPr lang="en-US" dirty="0"/>
          </a:p>
          <a:p>
            <a:pPr marL="0" lvl="0" indent="0" algn="r" rtl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900"/>
              <a:buFont typeface="Tajawal"/>
              <a:buNone/>
            </a:pPr>
            <a:endParaRPr lang="en" sz="1000" dirty="0">
              <a:solidFill>
                <a:schemeClr val="lt1"/>
              </a:solidFill>
              <a:latin typeface="Tajawal"/>
              <a:ea typeface="Tajawal"/>
              <a:cs typeface="Tajawal"/>
            </a:endParaRPr>
          </a:p>
          <a:p>
            <a:pPr marL="0" marR="0" lvl="0" indent="0" algn="r" rtl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ajawal"/>
              <a:buNone/>
            </a:pPr>
            <a:endParaRPr sz="1000">
              <a:solidFill>
                <a:srgbClr val="FFFFF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90" name="Google Shape;190;g3fa33d35305_0_297"/>
          <p:cNvSpPr/>
          <p:nvPr/>
        </p:nvSpPr>
        <p:spPr>
          <a:xfrm>
            <a:off x="457429" y="1179576"/>
            <a:ext cx="2642700" cy="1302900"/>
          </a:xfrm>
          <a:prstGeom prst="roundRect">
            <a:avLst>
              <a:gd name="adj" fmla="val 1579"/>
            </a:avLst>
          </a:prstGeom>
          <a:solidFill>
            <a:srgbClr val="0B1219"/>
          </a:solidFill>
          <a:ln w="9525" cap="flat" cmpd="sng">
            <a:solidFill>
              <a:srgbClr val="1E2C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g3fa33d35305_0_297"/>
          <p:cNvSpPr txBox="1"/>
          <p:nvPr/>
        </p:nvSpPr>
        <p:spPr>
          <a:xfrm>
            <a:off x="608305" y="1316736"/>
            <a:ext cx="2340900" cy="2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E5F8"/>
              </a:buClr>
              <a:buSzPts val="1000"/>
              <a:buFont typeface="Tajawal"/>
              <a:buNone/>
            </a:pPr>
            <a:r>
              <a:rPr lang="en" sz="1000" b="1" i="0" u="none" strike="noStrike" cap="none">
                <a:solidFill>
                  <a:srgbClr val="12E5F8"/>
                </a:solidFill>
                <a:latin typeface="Tajawal"/>
                <a:ea typeface="Tajawal"/>
                <a:cs typeface="Tajawal"/>
                <a:sym typeface="Tajawal"/>
              </a:rPr>
              <a:t>ما يحاول إنجازه</a:t>
            </a: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cxnSp>
        <p:nvCxnSpPr>
          <p:cNvPr id="192" name="Google Shape;192;g3fa33d35305_0_297"/>
          <p:cNvCxnSpPr/>
          <p:nvPr/>
        </p:nvCxnSpPr>
        <p:spPr>
          <a:xfrm>
            <a:off x="608305" y="1604772"/>
            <a:ext cx="2340900" cy="0"/>
          </a:xfrm>
          <a:prstGeom prst="straightConnector1">
            <a:avLst/>
          </a:prstGeom>
          <a:noFill/>
          <a:ln w="9525" cap="flat" cmpd="sng">
            <a:solidFill>
              <a:srgbClr val="1E2C3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3" name="Google Shape;193;g3fa33d35305_0_297"/>
          <p:cNvSpPr txBox="1"/>
          <p:nvPr/>
        </p:nvSpPr>
        <p:spPr>
          <a:xfrm>
            <a:off x="608305" y="1687068"/>
            <a:ext cx="23409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lang="en" sz="1000" dirty="0" err="1">
                <a:solidFill>
                  <a:srgbClr val="FFFFFF"/>
                </a:solidFill>
                <a:latin typeface="Tajawal"/>
                <a:cs typeface="Tajawal"/>
              </a:rPr>
              <a:t>فهم</a:t>
            </a:r>
            <a:r>
              <a:rPr lang="en" sz="1000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rgbClr val="FFFFFF"/>
                </a:solidFill>
                <a:latin typeface="Tajawal"/>
                <a:cs typeface="Tajawal"/>
              </a:rPr>
              <a:t>ما</a:t>
            </a:r>
            <a:r>
              <a:rPr lang="en" sz="1000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rgbClr val="FFFFFF"/>
                </a:solidFill>
                <a:latin typeface="Tajawal"/>
                <a:cs typeface="Tajawal"/>
              </a:rPr>
              <a:t>إذا</a:t>
            </a:r>
            <a:r>
              <a:rPr lang="en" sz="1000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rgbClr val="FFFFFF"/>
                </a:solidFill>
                <a:latin typeface="Tajawal"/>
                <a:cs typeface="Tajawal"/>
              </a:rPr>
              <a:t>كانت</a:t>
            </a:r>
            <a:r>
              <a:rPr lang="en" sz="1000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rgbClr val="FFFFFF"/>
                </a:solidFill>
                <a:latin typeface="Tajawal"/>
                <a:cs typeface="Tajawal"/>
              </a:rPr>
              <a:t>أعراضها</a:t>
            </a:r>
            <a:r>
              <a:rPr lang="en" sz="1000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rgbClr val="FFFFFF"/>
                </a:solidFill>
                <a:latin typeface="Tajawal"/>
                <a:cs typeface="Tajawal"/>
              </a:rPr>
              <a:t>وقياساتها</a:t>
            </a:r>
            <a:r>
              <a:rPr lang="en" sz="1000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rgbClr val="FFFFFF"/>
                </a:solidFill>
                <a:latin typeface="Tajawal"/>
                <a:cs typeface="Tajawal"/>
              </a:rPr>
              <a:t>طبيعية</a:t>
            </a:r>
            <a:r>
              <a:rPr lang="en" sz="1000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rgbClr val="FFFFFF"/>
                </a:solidFill>
                <a:latin typeface="Tajawal"/>
                <a:cs typeface="Tajawal"/>
              </a:rPr>
              <a:t>أم</a:t>
            </a:r>
            <a:r>
              <a:rPr lang="en" sz="1000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rgbClr val="FFFFFF"/>
                </a:solidFill>
                <a:latin typeface="Tajawal"/>
                <a:cs typeface="Tajawal"/>
              </a:rPr>
              <a:t>مرتبطة</a:t>
            </a:r>
            <a:r>
              <a:rPr lang="en" sz="1000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rgbClr val="FFFFFF"/>
                </a:solidFill>
                <a:latin typeface="Tajawal"/>
                <a:cs typeface="Tajawal"/>
              </a:rPr>
              <a:t>بزيادة</a:t>
            </a:r>
            <a:r>
              <a:rPr lang="en" sz="1000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rgbClr val="FFFFFF"/>
                </a:solidFill>
                <a:latin typeface="Tajawal"/>
                <a:cs typeface="Tajawal"/>
              </a:rPr>
              <a:t>الخطورة</a:t>
            </a:r>
            <a:r>
              <a:rPr lang="en" sz="1000" dirty="0">
                <a:solidFill>
                  <a:srgbClr val="FFFFFF"/>
                </a:solidFill>
                <a:latin typeface="Tajawal"/>
                <a:cs typeface="Tajawal"/>
              </a:rPr>
              <a:t>.</a:t>
            </a:r>
            <a:endParaRPr lang="en-US" dirty="0"/>
          </a:p>
          <a:p>
            <a:pPr algn="r" rtl="1">
              <a:lnSpc>
                <a:spcPct val="130000"/>
              </a:lnSpc>
              <a:buSzPts val="900"/>
              <a:buFont typeface="Tajawal"/>
            </a:pPr>
            <a:endParaRPr lang="en" sz="1000" dirty="0">
              <a:solidFill>
                <a:schemeClr val="lt1"/>
              </a:solidFill>
              <a:latin typeface="Tajawal"/>
              <a:ea typeface="Tajawal"/>
              <a:cs typeface="Tajawal"/>
            </a:endParaRPr>
          </a:p>
          <a:p>
            <a:pPr marL="0" marR="0" lvl="0" indent="0" algn="r" rtl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ajawal"/>
              <a:buNone/>
            </a:pPr>
            <a:endParaRPr sz="1000">
              <a:solidFill>
                <a:srgbClr val="FFFFF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94" name="Google Shape;194;g3fa33d35305_0_297"/>
          <p:cNvSpPr/>
          <p:nvPr/>
        </p:nvSpPr>
        <p:spPr>
          <a:xfrm>
            <a:off x="6044413" y="2660904"/>
            <a:ext cx="2642700" cy="1302900"/>
          </a:xfrm>
          <a:prstGeom prst="roundRect">
            <a:avLst>
              <a:gd name="adj" fmla="val 1579"/>
            </a:avLst>
          </a:prstGeom>
          <a:solidFill>
            <a:srgbClr val="070C11"/>
          </a:solidFill>
          <a:ln w="9525" cap="flat" cmpd="sng">
            <a:solidFill>
              <a:srgbClr val="1E2C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g3fa33d35305_0_297"/>
          <p:cNvSpPr txBox="1"/>
          <p:nvPr/>
        </p:nvSpPr>
        <p:spPr>
          <a:xfrm>
            <a:off x="6195289" y="2798064"/>
            <a:ext cx="2340900" cy="2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E5F8"/>
              </a:buClr>
              <a:buSzPts val="1000"/>
              <a:buFont typeface="Tajawal"/>
              <a:buNone/>
            </a:pPr>
            <a:r>
              <a:rPr lang="en" sz="1000" b="1" i="0" u="none" strike="noStrike" cap="none">
                <a:solidFill>
                  <a:srgbClr val="12E5F8"/>
                </a:solidFill>
                <a:latin typeface="Tajawal"/>
                <a:ea typeface="Tajawal"/>
                <a:cs typeface="Tajawal"/>
                <a:sym typeface="Tajawal"/>
              </a:rPr>
              <a:t>ما يعطّله</a:t>
            </a: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cxnSp>
        <p:nvCxnSpPr>
          <p:cNvPr id="196" name="Google Shape;196;g3fa33d35305_0_297"/>
          <p:cNvCxnSpPr/>
          <p:nvPr/>
        </p:nvCxnSpPr>
        <p:spPr>
          <a:xfrm>
            <a:off x="6195289" y="3086100"/>
            <a:ext cx="2340900" cy="0"/>
          </a:xfrm>
          <a:prstGeom prst="straightConnector1">
            <a:avLst/>
          </a:prstGeom>
          <a:noFill/>
          <a:ln w="9525" cap="flat" cmpd="sng">
            <a:solidFill>
              <a:srgbClr val="1E2C3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7" name="Google Shape;197;g3fa33d35305_0_297"/>
          <p:cNvSpPr txBox="1"/>
          <p:nvPr/>
        </p:nvSpPr>
        <p:spPr>
          <a:xfrm>
            <a:off x="6195289" y="3168396"/>
            <a:ext cx="23409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lang="en" sz="1000" dirty="0" err="1">
                <a:solidFill>
                  <a:srgbClr val="FFFFFF"/>
                </a:solidFill>
                <a:latin typeface="Tajawal"/>
                <a:cs typeface="Tajawal"/>
              </a:rPr>
              <a:t>اختلاف</a:t>
            </a:r>
            <a:r>
              <a:rPr lang="en" sz="1000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rgbClr val="FFFFFF"/>
                </a:solidFill>
                <a:latin typeface="Tajawal"/>
                <a:cs typeface="Tajawal"/>
              </a:rPr>
              <a:t>الآراء</a:t>
            </a:r>
            <a:r>
              <a:rPr lang="en" sz="1000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rgbClr val="FFFFFF"/>
                </a:solidFill>
                <a:latin typeface="Tajawal"/>
                <a:cs typeface="Tajawal"/>
              </a:rPr>
              <a:t>وعدم</a:t>
            </a:r>
            <a:r>
              <a:rPr lang="en" sz="1000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rgbClr val="FFFFFF"/>
                </a:solidFill>
                <a:latin typeface="Tajawal"/>
                <a:cs typeface="Tajawal"/>
              </a:rPr>
              <a:t>قدرتها</a:t>
            </a:r>
            <a:r>
              <a:rPr lang="en" sz="1000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rgbClr val="FFFFFF"/>
                </a:solidFill>
                <a:latin typeface="Tajawal"/>
                <a:cs typeface="Tajawal"/>
              </a:rPr>
              <a:t>على</a:t>
            </a:r>
            <a:r>
              <a:rPr lang="en" sz="1000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rgbClr val="FFFFFF"/>
                </a:solidFill>
                <a:latin typeface="Tajawal"/>
                <a:cs typeface="Tajawal"/>
              </a:rPr>
              <a:t>تفسير</a:t>
            </a:r>
            <a:r>
              <a:rPr lang="en" sz="1000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rgbClr val="FFFFFF"/>
                </a:solidFill>
                <a:latin typeface="Tajawal"/>
                <a:cs typeface="Tajawal"/>
              </a:rPr>
              <a:t>ضغط</a:t>
            </a:r>
            <a:r>
              <a:rPr lang="en" sz="1000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rgbClr val="FFFFFF"/>
                </a:solidFill>
                <a:latin typeface="Tajawal"/>
                <a:cs typeface="Tajawal"/>
              </a:rPr>
              <a:t>الدم</a:t>
            </a:r>
            <a:r>
              <a:rPr lang="en" sz="1000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rgbClr val="FFFFFF"/>
                </a:solidFill>
                <a:latin typeface="Tajawal"/>
                <a:cs typeface="Tajawal"/>
              </a:rPr>
              <a:t>في</a:t>
            </a:r>
            <a:r>
              <a:rPr lang="en" sz="1000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rgbClr val="FFFFFF"/>
                </a:solidFill>
                <a:latin typeface="Tajawal"/>
                <a:cs typeface="Tajawal"/>
              </a:rPr>
              <a:t>سياق</a:t>
            </a:r>
            <a:r>
              <a:rPr lang="en" sz="1000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rgbClr val="FFFFFF"/>
                </a:solidFill>
                <a:latin typeface="Tajawal"/>
                <a:cs typeface="Tajawal"/>
              </a:rPr>
              <a:t>تاريخها</a:t>
            </a:r>
            <a:r>
              <a:rPr lang="en" sz="1000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rgbClr val="FFFFFF"/>
                </a:solidFill>
                <a:latin typeface="Tajawal"/>
                <a:cs typeface="Tajawal"/>
              </a:rPr>
              <a:t>الصحي</a:t>
            </a:r>
            <a:r>
              <a:rPr lang="en" sz="1000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rgbClr val="FFFFFF"/>
                </a:solidFill>
                <a:latin typeface="Tajawal"/>
                <a:cs typeface="Tajawal"/>
              </a:rPr>
              <a:t>والحمل</a:t>
            </a:r>
            <a:r>
              <a:rPr lang="en" sz="1000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rgbClr val="FFFFFF"/>
                </a:solidFill>
                <a:latin typeface="Tajawal"/>
                <a:cs typeface="Tajawal"/>
              </a:rPr>
              <a:t>الحالي</a:t>
            </a:r>
            <a:r>
              <a:rPr lang="en" sz="1000" dirty="0">
                <a:solidFill>
                  <a:srgbClr val="FFFFFF"/>
                </a:solidFill>
                <a:latin typeface="Tajawal"/>
                <a:cs typeface="Tajawal"/>
              </a:rPr>
              <a:t>.</a:t>
            </a:r>
            <a:endParaRPr lang="en-US" dirty="0"/>
          </a:p>
          <a:p>
            <a:pPr marL="0" lvl="0" indent="0" algn="r" rtl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900"/>
              <a:buFont typeface="Tajawal"/>
              <a:buNone/>
            </a:pPr>
            <a:endParaRPr lang="en" sz="1000" dirty="0">
              <a:solidFill>
                <a:schemeClr val="lt1"/>
              </a:solidFill>
              <a:latin typeface="Tajawal"/>
              <a:ea typeface="Tajawal"/>
              <a:cs typeface="Tajawal"/>
            </a:endParaRPr>
          </a:p>
          <a:p>
            <a:pPr marL="0" marR="0" lvl="0" indent="0" algn="r" rtl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ajawal"/>
              <a:buNone/>
            </a:pPr>
            <a:endParaRPr sz="1000">
              <a:solidFill>
                <a:srgbClr val="FFFFF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98" name="Google Shape;198;g3fa33d35305_0_297"/>
          <p:cNvSpPr/>
          <p:nvPr/>
        </p:nvSpPr>
        <p:spPr>
          <a:xfrm>
            <a:off x="3250921" y="2660904"/>
            <a:ext cx="2642700" cy="1302900"/>
          </a:xfrm>
          <a:prstGeom prst="roundRect">
            <a:avLst>
              <a:gd name="adj" fmla="val 1579"/>
            </a:avLst>
          </a:prstGeom>
          <a:solidFill>
            <a:srgbClr val="070C11"/>
          </a:solidFill>
          <a:ln w="9525" cap="flat" cmpd="sng">
            <a:solidFill>
              <a:srgbClr val="1E2C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g3fa33d35305_0_297"/>
          <p:cNvSpPr txBox="1"/>
          <p:nvPr/>
        </p:nvSpPr>
        <p:spPr>
          <a:xfrm>
            <a:off x="3401797" y="2798064"/>
            <a:ext cx="2340900" cy="2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E5F8"/>
              </a:buClr>
              <a:buSzPts val="1000"/>
              <a:buFont typeface="Tajawal"/>
              <a:buNone/>
            </a:pPr>
            <a:r>
              <a:rPr lang="en" sz="1000" b="1" i="0" u="none" strike="noStrike" cap="none">
                <a:solidFill>
                  <a:srgbClr val="12E5F8"/>
                </a:solidFill>
                <a:latin typeface="Tajawal"/>
                <a:ea typeface="Tajawal"/>
                <a:cs typeface="Tajawal"/>
                <a:sym typeface="Tajawal"/>
              </a:rPr>
              <a:t>كيف يحلّها اليوم</a:t>
            </a: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cxnSp>
        <p:nvCxnSpPr>
          <p:cNvPr id="200" name="Google Shape;200;g3fa33d35305_0_297"/>
          <p:cNvCxnSpPr/>
          <p:nvPr/>
        </p:nvCxnSpPr>
        <p:spPr>
          <a:xfrm>
            <a:off x="3401797" y="3086100"/>
            <a:ext cx="2340900" cy="0"/>
          </a:xfrm>
          <a:prstGeom prst="straightConnector1">
            <a:avLst/>
          </a:prstGeom>
          <a:noFill/>
          <a:ln w="9525" cap="flat" cmpd="sng">
            <a:solidFill>
              <a:srgbClr val="1E2C3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1" name="Google Shape;201;g3fa33d35305_0_297"/>
          <p:cNvSpPr txBox="1"/>
          <p:nvPr/>
        </p:nvSpPr>
        <p:spPr>
          <a:xfrm>
            <a:off x="3401797" y="3168396"/>
            <a:ext cx="23409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lang="en" sz="1000" dirty="0" err="1">
                <a:solidFill>
                  <a:schemeClr val="lt1"/>
                </a:solidFill>
                <a:latin typeface="Tajawal"/>
                <a:cs typeface="Tajawal"/>
              </a:rPr>
              <a:t>تقيس</a:t>
            </a:r>
            <a:r>
              <a:rPr lang="en" sz="1000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chemeClr val="lt1"/>
                </a:solidFill>
                <a:latin typeface="Tajawal"/>
                <a:cs typeface="Tajawal"/>
              </a:rPr>
              <a:t>الضغط</a:t>
            </a:r>
            <a:r>
              <a:rPr lang="en" sz="1000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chemeClr val="lt1"/>
                </a:solidFill>
                <a:latin typeface="Tajawal"/>
                <a:cs typeface="Tajawal"/>
              </a:rPr>
              <a:t>بنفسها</a:t>
            </a:r>
            <a:r>
              <a:rPr lang="en" sz="1000" dirty="0">
                <a:solidFill>
                  <a:schemeClr val="lt1"/>
                </a:solidFill>
                <a:latin typeface="Tajawal"/>
                <a:cs typeface="Tajawal"/>
              </a:rPr>
              <a:t>، </a:t>
            </a:r>
            <a:r>
              <a:rPr lang="en" sz="1000" dirty="0" err="1">
                <a:solidFill>
                  <a:schemeClr val="lt1"/>
                </a:solidFill>
                <a:latin typeface="Tajawal"/>
                <a:cs typeface="Tajawal"/>
              </a:rPr>
              <a:t>ثم</a:t>
            </a:r>
            <a:r>
              <a:rPr lang="en" sz="1000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chemeClr val="lt1"/>
                </a:solidFill>
                <a:latin typeface="Tajawal"/>
                <a:cs typeface="Tajawal"/>
              </a:rPr>
              <a:t>تبحث</a:t>
            </a:r>
            <a:r>
              <a:rPr lang="en" sz="1000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chemeClr val="lt1"/>
                </a:solidFill>
                <a:latin typeface="Tajawal"/>
                <a:cs typeface="Tajawal"/>
              </a:rPr>
              <a:t>في</a:t>
            </a:r>
            <a:r>
              <a:rPr lang="en" sz="1000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chemeClr val="lt1"/>
                </a:solidFill>
                <a:latin typeface="Tajawal"/>
                <a:cs typeface="Tajawal"/>
              </a:rPr>
              <a:t>جوجل</a:t>
            </a:r>
            <a:r>
              <a:rPr lang="en" sz="1000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chemeClr val="lt1"/>
                </a:solidFill>
                <a:latin typeface="Tajawal"/>
                <a:cs typeface="Tajawal"/>
              </a:rPr>
              <a:t>وتسأل</a:t>
            </a:r>
            <a:r>
              <a:rPr lang="en" sz="1000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chemeClr val="lt1"/>
                </a:solidFill>
                <a:latin typeface="Tajawal"/>
                <a:cs typeface="Tajawal"/>
              </a:rPr>
              <a:t>مجموعة</a:t>
            </a:r>
            <a:r>
              <a:rPr lang="en" sz="1000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chemeClr val="lt1"/>
                </a:solidFill>
                <a:latin typeface="Tajawal"/>
                <a:cs typeface="Tajawal"/>
              </a:rPr>
              <a:t>الأمهات</a:t>
            </a:r>
            <a:r>
              <a:rPr lang="en" sz="1000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chemeClr val="lt1"/>
                </a:solidFill>
                <a:latin typeface="Tajawal"/>
                <a:cs typeface="Tajawal"/>
              </a:rPr>
              <a:t>قبل</a:t>
            </a:r>
            <a:r>
              <a:rPr lang="en" sz="1000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chemeClr val="lt1"/>
                </a:solidFill>
                <a:latin typeface="Tajawal"/>
                <a:cs typeface="Tajawal"/>
              </a:rPr>
              <a:t>التواصل</a:t>
            </a:r>
            <a:r>
              <a:rPr lang="en" sz="1000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chemeClr val="lt1"/>
                </a:solidFill>
                <a:latin typeface="Tajawal"/>
                <a:cs typeface="Tajawal"/>
              </a:rPr>
              <a:t>مع</a:t>
            </a:r>
            <a:r>
              <a:rPr lang="en" sz="1000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chemeClr val="lt1"/>
                </a:solidFill>
                <a:latin typeface="Tajawal"/>
                <a:cs typeface="Tajawal"/>
              </a:rPr>
              <a:t>الطبيبة</a:t>
            </a:r>
            <a:r>
              <a:rPr lang="en" sz="1000" dirty="0">
                <a:solidFill>
                  <a:schemeClr val="lt1"/>
                </a:solidFill>
                <a:latin typeface="Tajawal"/>
                <a:cs typeface="Tajawal"/>
              </a:rPr>
              <a:t>.</a:t>
            </a:r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202" name="Google Shape;202;g3fa33d35305_0_297"/>
          <p:cNvSpPr/>
          <p:nvPr/>
        </p:nvSpPr>
        <p:spPr>
          <a:xfrm>
            <a:off x="457429" y="2660904"/>
            <a:ext cx="2642700" cy="1302900"/>
          </a:xfrm>
          <a:prstGeom prst="roundRect">
            <a:avLst>
              <a:gd name="adj" fmla="val 1579"/>
            </a:avLst>
          </a:prstGeom>
          <a:solidFill>
            <a:srgbClr val="070C11"/>
          </a:solidFill>
          <a:ln w="9525" cap="flat" cmpd="sng">
            <a:solidFill>
              <a:srgbClr val="1E2C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g3fa33d35305_0_297"/>
          <p:cNvSpPr txBox="1"/>
          <p:nvPr/>
        </p:nvSpPr>
        <p:spPr>
          <a:xfrm>
            <a:off x="608305" y="2798064"/>
            <a:ext cx="2340900" cy="2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E5F8"/>
              </a:buClr>
              <a:buSzPts val="1000"/>
              <a:buFont typeface="Tajawal"/>
              <a:buNone/>
            </a:pPr>
            <a:r>
              <a:rPr lang="en" sz="1000" b="1" i="0" u="none" strike="noStrike" cap="none">
                <a:solidFill>
                  <a:srgbClr val="12E5F8"/>
                </a:solidFill>
                <a:latin typeface="Tajawal"/>
                <a:ea typeface="Tajawal"/>
                <a:cs typeface="Tajawal"/>
                <a:sym typeface="Tajawal"/>
              </a:rPr>
              <a:t>أين تصلون إليه</a:t>
            </a: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cxnSp>
        <p:nvCxnSpPr>
          <p:cNvPr id="204" name="Google Shape;204;g3fa33d35305_0_297"/>
          <p:cNvCxnSpPr/>
          <p:nvPr/>
        </p:nvCxnSpPr>
        <p:spPr>
          <a:xfrm>
            <a:off x="608305" y="3086100"/>
            <a:ext cx="2340900" cy="0"/>
          </a:xfrm>
          <a:prstGeom prst="straightConnector1">
            <a:avLst/>
          </a:prstGeom>
          <a:noFill/>
          <a:ln w="9525" cap="flat" cmpd="sng">
            <a:solidFill>
              <a:srgbClr val="1E2C3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5" name="Google Shape;205;g3fa33d35305_0_297"/>
          <p:cNvSpPr txBox="1"/>
          <p:nvPr/>
        </p:nvSpPr>
        <p:spPr>
          <a:xfrm>
            <a:off x="608305" y="3168396"/>
            <a:ext cx="23409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lang="en" sz="1000" dirty="0" err="1">
                <a:solidFill>
                  <a:schemeClr val="lt1"/>
                </a:solidFill>
                <a:latin typeface="Tajawal"/>
                <a:cs typeface="Tajawal"/>
              </a:rPr>
              <a:t>لم</a:t>
            </a:r>
            <a:r>
              <a:rPr lang="en" sz="1000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chemeClr val="lt1"/>
                </a:solidFill>
                <a:latin typeface="Tajawal"/>
                <a:cs typeface="Tajawal"/>
              </a:rPr>
              <a:t>تحدد</a:t>
            </a:r>
            <a:r>
              <a:rPr lang="en" sz="1000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chemeClr val="lt1"/>
                </a:solidFill>
                <a:latin typeface="Tajawal"/>
                <a:cs typeface="Tajawal"/>
              </a:rPr>
              <a:t>المقابلة</a:t>
            </a:r>
            <a:r>
              <a:rPr lang="en" sz="1000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chemeClr val="lt1"/>
                </a:solidFill>
                <a:latin typeface="Tajawal"/>
                <a:cs typeface="Tajawal"/>
              </a:rPr>
              <a:t>قناة</a:t>
            </a:r>
            <a:r>
              <a:rPr lang="en" sz="1000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chemeClr val="lt1"/>
                </a:solidFill>
                <a:latin typeface="Tajawal"/>
                <a:cs typeface="Tajawal"/>
              </a:rPr>
              <a:t>معينة</a:t>
            </a:r>
            <a:r>
              <a:rPr lang="en" sz="1000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chemeClr val="lt1"/>
                </a:solidFill>
                <a:latin typeface="Tajawal"/>
                <a:cs typeface="Tajawal"/>
              </a:rPr>
              <a:t>للوصول</a:t>
            </a:r>
            <a:r>
              <a:rPr lang="en" sz="1000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chemeClr val="lt1"/>
                </a:solidFill>
                <a:latin typeface="Tajawal"/>
                <a:cs typeface="Tajawal"/>
              </a:rPr>
              <a:t>إليها</a:t>
            </a:r>
            <a:r>
              <a:rPr lang="en" sz="1000" dirty="0">
                <a:solidFill>
                  <a:schemeClr val="lt1"/>
                </a:solidFill>
                <a:latin typeface="Tajawal"/>
                <a:cs typeface="Tajawal"/>
              </a:rPr>
              <a:t>.</a:t>
            </a:r>
            <a:endParaRPr lang="en-US" dirty="0">
              <a:solidFill>
                <a:schemeClr val="lt1"/>
              </a:solidFill>
            </a:endParaRPr>
          </a:p>
          <a:p>
            <a:pPr marL="0" marR="0" lvl="0" indent="0" algn="r" rtl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ajawal"/>
              <a:buNone/>
            </a:pPr>
            <a:endParaRPr sz="1000">
              <a:solidFill>
                <a:srgbClr val="FFFFF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207" name="Google Shape;207;g3fa33d35305_0_297"/>
          <p:cNvSpPr txBox="1"/>
          <p:nvPr/>
        </p:nvSpPr>
        <p:spPr>
          <a:xfrm>
            <a:off x="663169" y="4059936"/>
            <a:ext cx="7818000" cy="3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ajawal"/>
              <a:buNone/>
            </a:pP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208" name="Google Shape;208;g3fa33d35305_0_297"/>
          <p:cNvSpPr/>
          <p:nvPr/>
        </p:nvSpPr>
        <p:spPr>
          <a:xfrm>
            <a:off x="457429" y="4539996"/>
            <a:ext cx="8229600" cy="288000"/>
          </a:xfrm>
          <a:prstGeom prst="roundRect">
            <a:avLst>
              <a:gd name="adj" fmla="val 9524"/>
            </a:avLst>
          </a:prstGeom>
          <a:solidFill>
            <a:srgbClr val="021B4E"/>
          </a:solidFill>
          <a:ln w="7150" cap="flat" cmpd="sng">
            <a:solidFill>
              <a:srgbClr val="00339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g3fa33d35305_0_297"/>
          <p:cNvSpPr txBox="1"/>
          <p:nvPr/>
        </p:nvSpPr>
        <p:spPr>
          <a:xfrm>
            <a:off x="834619" y="4539996"/>
            <a:ext cx="74751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Tajawal"/>
              <a:buNone/>
            </a:pPr>
            <a:r>
              <a:rPr lang="en" sz="1000" b="0" i="0" u="none" strike="noStrike" cap="none">
                <a:solidFill>
                  <a:srgbClr val="FFFFFF"/>
                </a:solidFill>
                <a:latin typeface="Tajawal"/>
                <a:ea typeface="Tajawal"/>
                <a:cs typeface="Tajawal"/>
                <a:sym typeface="Tajawal"/>
              </a:rPr>
              <a:t>تحدي الجامعات 2026  |  اليوم الأول — الجلسة 3: التحقق من العميل والسوق</a:t>
            </a: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210" name="Google Shape;210;g3fa33d35305_0_297"/>
          <p:cNvSpPr txBox="1"/>
          <p:nvPr/>
        </p:nvSpPr>
        <p:spPr>
          <a:xfrm>
            <a:off x="539725" y="4539996"/>
            <a:ext cx="3429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DB0B"/>
              </a:buClr>
              <a:buSzPts val="800"/>
              <a:buFont typeface="Tajawal"/>
              <a:buNone/>
            </a:pPr>
            <a:r>
              <a:rPr lang="en" sz="1000" b="1" i="0" u="none" strike="noStrike" cap="none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5</a:t>
            </a: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</p:spTree>
    <p:extLst>
      <p:ext uri="{BB962C8B-B14F-4D97-AF65-F5344CB8AC3E}">
        <p14:creationId xmlns:p14="http://schemas.microsoft.com/office/powerpoint/2010/main" val="19786550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2" descr="/home/claude/w/assets/logo_dark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429" y="260604"/>
            <a:ext cx="891539" cy="304134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2"/>
          <p:cNvSpPr txBox="1"/>
          <p:nvPr/>
        </p:nvSpPr>
        <p:spPr>
          <a:xfrm>
            <a:off x="457429" y="651029"/>
            <a:ext cx="1371600" cy="1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DB0B"/>
              </a:buClr>
              <a:buSzPts val="600"/>
              <a:buFont typeface="Tajawal"/>
              <a:buNone/>
            </a:pPr>
            <a:r>
              <a:rPr lang="en" sz="1000" b="0" i="0" u="none" strike="noStrike" cap="none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تحدي الجامعات 2026</a:t>
            </a: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2103349" y="246888"/>
            <a:ext cx="6583800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ajawal"/>
              <a:buNone/>
            </a:pPr>
            <a:r>
              <a:rPr lang="en" sz="2000" b="1" i="0" u="none" strike="noStrike" cap="none">
                <a:solidFill>
                  <a:srgbClr val="FFFFFF"/>
                </a:solidFill>
                <a:latin typeface="Tajawal"/>
                <a:ea typeface="Tajawal"/>
                <a:cs typeface="Tajawal"/>
                <a:sym typeface="Tajawal"/>
              </a:rPr>
              <a:t>الأداة 1: خريطة التعاطف مع العميل المحتمل</a:t>
            </a:r>
            <a:endParaRPr sz="2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9" name="Google Shape;59;p2"/>
          <p:cNvSpPr txBox="1"/>
          <p:nvPr/>
        </p:nvSpPr>
        <p:spPr>
          <a:xfrm>
            <a:off x="2103349" y="678942"/>
            <a:ext cx="6583800" cy="2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r" rtl="1">
              <a:buClr>
                <a:srgbClr val="AEDB0B"/>
              </a:buClr>
              <a:buSzPts val="900"/>
            </a:pPr>
            <a:r>
              <a:rPr lang="en" sz="1000" b="0" i="1" u="none" strike="noStrike" cap="none" dirty="0" err="1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طريقة</a:t>
            </a:r>
            <a:r>
              <a:rPr lang="en" sz="1000" b="0" i="1" u="none" strike="noStrike" cap="none" dirty="0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 </a:t>
            </a:r>
            <a:r>
              <a:rPr lang="en" sz="1000" b="0" i="1" u="none" strike="noStrike" cap="none" dirty="0" err="1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منظمة</a:t>
            </a:r>
            <a:r>
              <a:rPr lang="en" sz="1000" b="0" i="1" u="none" strike="noStrike" cap="none" dirty="0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 </a:t>
            </a:r>
            <a:r>
              <a:rPr lang="en" sz="1000" b="0" i="1" u="none" strike="noStrike" cap="none" dirty="0" err="1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لتفكيك</a:t>
            </a:r>
            <a:r>
              <a:rPr lang="en" sz="1000" b="0" i="1" u="none" strike="noStrike" cap="none" dirty="0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 </a:t>
            </a:r>
            <a:r>
              <a:rPr lang="en" sz="1000" b="0" i="1" u="none" strike="noStrike" cap="none" dirty="0" err="1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ما</a:t>
            </a:r>
            <a:r>
              <a:rPr lang="en" sz="1000" b="0" i="1" u="none" strike="noStrike" cap="none" dirty="0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 </a:t>
            </a:r>
            <a:r>
              <a:rPr lang="en" sz="1000" b="0" i="1" u="none" strike="noStrike" cap="none" dirty="0" err="1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يعيشه</a:t>
            </a:r>
            <a:r>
              <a:rPr lang="en" sz="1000" b="0" i="1" u="none" strike="noStrike" cap="none" dirty="0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 </a:t>
            </a:r>
            <a:r>
              <a:rPr lang="en" sz="1000" i="1" dirty="0" err="1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المستخدم</a:t>
            </a:r>
            <a:r>
              <a:rPr lang="en" sz="1000" b="0" i="1" u="none" strike="noStrike" cap="none" dirty="0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 </a:t>
            </a:r>
            <a:r>
              <a:rPr lang="en" sz="1000" b="0" i="1" u="none" strike="noStrike" cap="none" dirty="0" err="1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فعلاً</a:t>
            </a:r>
            <a:r>
              <a:rPr lang="en" sz="1000" i="1" dirty="0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             </a:t>
            </a:r>
            <a:r>
              <a:rPr lang="en" sz="1000" b="1" i="1" dirty="0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  Customer3 - د. رانيا، طبيبة نساء وولادة، 12 سنة خبرة،</a:t>
            </a:r>
            <a:endParaRPr lang="en-US" sz="1000" b="1" u="none" strike="noStrike" cap="none" dirty="0">
              <a:solidFill>
                <a:schemeClr val="dk1"/>
              </a:solidFill>
              <a:latin typeface="Tajawal"/>
              <a:ea typeface="Tajawal"/>
              <a:cs typeface="Tajawal"/>
            </a:endParaRPr>
          </a:p>
        </p:txBody>
      </p:sp>
      <p:cxnSp>
        <p:nvCxnSpPr>
          <p:cNvPr id="60" name="Google Shape;60;p2"/>
          <p:cNvCxnSpPr/>
          <p:nvPr/>
        </p:nvCxnSpPr>
        <p:spPr>
          <a:xfrm>
            <a:off x="457429" y="966978"/>
            <a:ext cx="8229600" cy="0"/>
          </a:xfrm>
          <a:prstGeom prst="straightConnector1">
            <a:avLst/>
          </a:prstGeom>
          <a:noFill/>
          <a:ln w="9525" cap="flat" cmpd="sng">
            <a:solidFill>
              <a:srgbClr val="AEDB0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1" name="Google Shape;61;p2"/>
          <p:cNvSpPr/>
          <p:nvPr/>
        </p:nvSpPr>
        <p:spPr>
          <a:xfrm>
            <a:off x="6044413" y="1165860"/>
            <a:ext cx="2642700" cy="1275600"/>
          </a:xfrm>
          <a:prstGeom prst="roundRect">
            <a:avLst>
              <a:gd name="adj" fmla="val 1613"/>
            </a:avLst>
          </a:prstGeom>
          <a:solidFill>
            <a:srgbClr val="0B1219"/>
          </a:solidFill>
          <a:ln w="9525" cap="flat" cmpd="sng">
            <a:solidFill>
              <a:srgbClr val="1E2C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2"/>
          <p:cNvSpPr txBox="1"/>
          <p:nvPr/>
        </p:nvSpPr>
        <p:spPr>
          <a:xfrm>
            <a:off x="6195289" y="1303020"/>
            <a:ext cx="23409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E5F8"/>
              </a:buClr>
              <a:buSzPts val="1200"/>
              <a:buFont typeface="Tajawal"/>
              <a:buNone/>
            </a:pPr>
            <a:r>
              <a:rPr lang="en" sz="1200" b="1" i="0" u="none" strike="noStrike" cap="none">
                <a:solidFill>
                  <a:srgbClr val="12E5F8"/>
                </a:solidFill>
                <a:latin typeface="Tajawal"/>
                <a:ea typeface="Tajawal"/>
                <a:cs typeface="Tajawal"/>
                <a:sym typeface="Tajawal"/>
              </a:rPr>
              <a:t>ماذا يقول؟</a:t>
            </a:r>
            <a:endParaRPr sz="12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63" name="Google Shape;63;p2"/>
          <p:cNvSpPr txBox="1"/>
          <p:nvPr/>
        </p:nvSpPr>
        <p:spPr>
          <a:xfrm>
            <a:off x="6195289" y="1618488"/>
            <a:ext cx="23409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«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بعض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الحوامل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لا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يدركن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أهمية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الأعراض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.» • «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أكبر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مخاوفي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هو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إعطاء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طمأنينة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زائفة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عند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نقص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المعلومات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.»</a:t>
            </a:r>
            <a:endParaRPr lang="en-US" dirty="0"/>
          </a:p>
          <a:p>
            <a:pPr marL="0" marR="0" lvl="0" indent="0" algn="r" rtl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900"/>
              <a:buFont typeface="Tajawal"/>
              <a:buNone/>
            </a:pPr>
            <a:endParaRPr lang="en" sz="1100" b="1" i="0" u="none" strike="noStrike" cap="none" dirty="0">
              <a:solidFill>
                <a:srgbClr val="C4CDD5"/>
              </a:solidFill>
              <a:latin typeface="Tajawal"/>
              <a:ea typeface="Tajawal"/>
              <a:cs typeface="Tajawal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3250921" y="1165860"/>
            <a:ext cx="2642700" cy="1275600"/>
          </a:xfrm>
          <a:prstGeom prst="roundRect">
            <a:avLst>
              <a:gd name="adj" fmla="val 1613"/>
            </a:avLst>
          </a:prstGeom>
          <a:solidFill>
            <a:srgbClr val="0B1219"/>
          </a:solidFill>
          <a:ln w="9525" cap="flat" cmpd="sng">
            <a:solidFill>
              <a:srgbClr val="1E2C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2"/>
          <p:cNvSpPr txBox="1"/>
          <p:nvPr/>
        </p:nvSpPr>
        <p:spPr>
          <a:xfrm>
            <a:off x="3401797" y="1303020"/>
            <a:ext cx="23409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E5F8"/>
              </a:buClr>
              <a:buSzPts val="1200"/>
              <a:buFont typeface="Tajawal"/>
              <a:buNone/>
            </a:pPr>
            <a:r>
              <a:rPr lang="en" sz="1200" b="1" i="0" u="none" strike="noStrike" cap="none">
                <a:solidFill>
                  <a:srgbClr val="12E5F8"/>
                </a:solidFill>
                <a:latin typeface="Tajawal"/>
                <a:ea typeface="Tajawal"/>
                <a:cs typeface="Tajawal"/>
                <a:sym typeface="Tajawal"/>
              </a:rPr>
              <a:t>ماذا يفعل؟</a:t>
            </a:r>
            <a:endParaRPr sz="12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66" name="Google Shape;66;p2"/>
          <p:cNvSpPr txBox="1"/>
          <p:nvPr/>
        </p:nvSpPr>
        <p:spPr>
          <a:xfrm>
            <a:off x="3401797" y="1618488"/>
            <a:ext cx="23409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  <a:sym typeface="Tajawal"/>
              </a:rPr>
              <a:t>تقيّم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  <a:sym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  <a:sym typeface="Tajawal"/>
              </a:rPr>
              <a:t>الأعراض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  <a:sym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  <a:sym typeface="Tajawal"/>
              </a:rPr>
              <a:t>وعوامل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  <a:sym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  <a:sym typeface="Tajawal"/>
              </a:rPr>
              <a:t>الخطورة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  <a:sym typeface="Tajawal"/>
              </a:rPr>
              <a:t> •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  <a:sym typeface="Tajawal"/>
              </a:rPr>
              <a:t>تستقبل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  <a:sym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  <a:sym typeface="Tajawal"/>
              </a:rPr>
              <a:t>حالات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  <a:sym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  <a:sym typeface="Tajawal"/>
              </a:rPr>
              <a:t>تأخرت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  <a:sym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  <a:sym typeface="Tajawal"/>
              </a:rPr>
              <a:t>في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  <a:sym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  <a:sym typeface="Tajawal"/>
              </a:rPr>
              <a:t>طلب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  <a:sym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  <a:sym typeface="Tajawal"/>
              </a:rPr>
              <a:t>الرعاية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  <a:sym typeface="Tajawal"/>
              </a:rPr>
              <a:t> •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  <a:sym typeface="Tajawal"/>
              </a:rPr>
              <a:t>تجمع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  <a:sym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  <a:sym typeface="Tajawal"/>
              </a:rPr>
              <a:t>معلومات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  <a:sym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  <a:sym typeface="Tajawal"/>
              </a:rPr>
              <a:t>المريضة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  <a:sym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  <a:sym typeface="Tajawal"/>
              </a:rPr>
              <a:t>أثناء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  <a:sym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  <a:sym typeface="Tajawal"/>
              </a:rPr>
              <a:t>الموعد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  <a:sym typeface="Tajawal"/>
              </a:rPr>
              <a:t>.</a:t>
            </a:r>
            <a:endParaRPr lang="en-US" dirty="0"/>
          </a:p>
        </p:txBody>
      </p:sp>
      <p:sp>
        <p:nvSpPr>
          <p:cNvPr id="67" name="Google Shape;67;p2"/>
          <p:cNvSpPr/>
          <p:nvPr/>
        </p:nvSpPr>
        <p:spPr>
          <a:xfrm>
            <a:off x="457429" y="1165860"/>
            <a:ext cx="2642700" cy="1275600"/>
          </a:xfrm>
          <a:prstGeom prst="roundRect">
            <a:avLst>
              <a:gd name="adj" fmla="val 1613"/>
            </a:avLst>
          </a:prstGeom>
          <a:solidFill>
            <a:srgbClr val="0B1219"/>
          </a:solidFill>
          <a:ln w="9525" cap="flat" cmpd="sng">
            <a:solidFill>
              <a:srgbClr val="1E2C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2"/>
          <p:cNvSpPr txBox="1"/>
          <p:nvPr/>
        </p:nvSpPr>
        <p:spPr>
          <a:xfrm>
            <a:off x="608305" y="1303020"/>
            <a:ext cx="23409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E5F8"/>
              </a:buClr>
              <a:buSzPts val="1200"/>
              <a:buFont typeface="Tajawal"/>
              <a:buNone/>
            </a:pPr>
            <a:r>
              <a:rPr lang="en" sz="1200" b="1" i="0" u="none" strike="noStrike" cap="none">
                <a:solidFill>
                  <a:srgbClr val="12E5F8"/>
                </a:solidFill>
                <a:latin typeface="Tajawal"/>
                <a:ea typeface="Tajawal"/>
                <a:cs typeface="Tajawal"/>
                <a:sym typeface="Tajawal"/>
              </a:rPr>
              <a:t>ماذا يفكّر؟</a:t>
            </a:r>
            <a:endParaRPr sz="12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69" name="Google Shape;69;p2"/>
          <p:cNvSpPr txBox="1"/>
          <p:nvPr/>
        </p:nvSpPr>
        <p:spPr>
          <a:xfrm>
            <a:off x="608305" y="1618488"/>
            <a:ext cx="23409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«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الأداة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يجب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ألا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تستبدل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الحكم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الطبي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.» • «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من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الأفضل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طلب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معلومات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إضافية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بدل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إعطاء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نتيجة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غير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موثوقة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.»</a:t>
            </a:r>
            <a:endParaRPr lang="en-US" dirty="0"/>
          </a:p>
          <a:p>
            <a:pPr marL="0" marR="0" lvl="0" indent="0" algn="r" rtl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4CDD5"/>
              </a:buClr>
              <a:buSzPts val="900"/>
              <a:buFont typeface="Tajawal"/>
              <a:buNone/>
            </a:pPr>
            <a:endParaRPr sz="1100" b="1" i="0" u="none" strike="noStrike" cap="none">
              <a:solidFill>
                <a:srgbClr val="C4CDD5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6044413" y="2606040"/>
            <a:ext cx="2642700" cy="1275600"/>
          </a:xfrm>
          <a:prstGeom prst="roundRect">
            <a:avLst>
              <a:gd name="adj" fmla="val 1613"/>
            </a:avLst>
          </a:prstGeom>
          <a:solidFill>
            <a:srgbClr val="0B1219"/>
          </a:solidFill>
          <a:ln w="9525" cap="flat" cmpd="sng">
            <a:solidFill>
              <a:srgbClr val="1E2C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2"/>
          <p:cNvSpPr txBox="1"/>
          <p:nvPr/>
        </p:nvSpPr>
        <p:spPr>
          <a:xfrm>
            <a:off x="6195289" y="2743200"/>
            <a:ext cx="23409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E5F8"/>
              </a:buClr>
              <a:buSzPts val="1200"/>
              <a:buFont typeface="Tajawal"/>
              <a:buNone/>
            </a:pPr>
            <a:r>
              <a:rPr lang="en" sz="1200" b="1" i="0" u="none" strike="noStrike" cap="none">
                <a:solidFill>
                  <a:srgbClr val="12E5F8"/>
                </a:solidFill>
                <a:latin typeface="Tajawal"/>
                <a:ea typeface="Tajawal"/>
                <a:cs typeface="Tajawal"/>
                <a:sym typeface="Tajawal"/>
              </a:rPr>
              <a:t>ماذا يشعر؟</a:t>
            </a:r>
            <a:endParaRPr sz="12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2" name="Google Shape;72;p2"/>
          <p:cNvSpPr txBox="1"/>
          <p:nvPr/>
        </p:nvSpPr>
        <p:spPr>
          <a:xfrm>
            <a:off x="6195289" y="3058668"/>
            <a:ext cx="23409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القلق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من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تأخر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الحوامل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في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طلب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الرعاية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 •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الحذر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من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الأدوات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التي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قد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تعطي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ثقة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1100" b="1" dirty="0" err="1">
                <a:solidFill>
                  <a:srgbClr val="C4CDD5"/>
                </a:solidFill>
                <a:latin typeface="Tajawal"/>
                <a:cs typeface="Tajawal"/>
              </a:rPr>
              <a:t>زائفة</a:t>
            </a: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.</a:t>
            </a:r>
            <a:endParaRPr lang="en-US" dirty="0"/>
          </a:p>
          <a:p>
            <a:pPr marL="0" marR="0" lvl="0" indent="0" algn="r" rtl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4CDD5"/>
              </a:buClr>
              <a:buSzPts val="900"/>
              <a:buFont typeface="Tajawal"/>
              <a:buNone/>
            </a:pPr>
            <a:endParaRPr sz="1100" b="1" i="0" u="none" strike="noStrike" cap="none">
              <a:solidFill>
                <a:srgbClr val="C4CDD5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3250921" y="2606040"/>
            <a:ext cx="2642700" cy="1275600"/>
          </a:xfrm>
          <a:prstGeom prst="roundRect">
            <a:avLst>
              <a:gd name="adj" fmla="val 1613"/>
            </a:avLst>
          </a:prstGeom>
          <a:solidFill>
            <a:srgbClr val="10202F"/>
          </a:solidFill>
          <a:ln w="9525" cap="flat" cmpd="sng">
            <a:solidFill>
              <a:srgbClr val="AEDB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2"/>
          <p:cNvSpPr txBox="1"/>
          <p:nvPr/>
        </p:nvSpPr>
        <p:spPr>
          <a:xfrm>
            <a:off x="3401797" y="2743200"/>
            <a:ext cx="23409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DB0B"/>
              </a:buClr>
              <a:buSzPts val="1200"/>
              <a:buFont typeface="Tajawal"/>
              <a:buNone/>
            </a:pPr>
            <a:r>
              <a:rPr lang="en" sz="1200" b="1" i="0" u="none" strike="noStrike" cap="none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الآلام</a:t>
            </a:r>
            <a:endParaRPr sz="12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5" name="Google Shape;75;p2"/>
          <p:cNvSpPr txBox="1"/>
          <p:nvPr/>
        </p:nvSpPr>
        <p:spPr>
          <a:xfrm>
            <a:off x="3238512" y="3021558"/>
            <a:ext cx="2504185" cy="722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r" rtl="1">
              <a:lnSpc>
                <a:spcPct val="130000"/>
              </a:lnSpc>
              <a:buClr>
                <a:srgbClr val="C4CDD5"/>
              </a:buClr>
              <a:buSzPts val="900"/>
              <a:buFont typeface="Tajawal"/>
            </a:pPr>
            <a:r>
              <a:rPr lang="en" sz="1000" b="1" dirty="0" err="1">
                <a:solidFill>
                  <a:srgbClr val="C4CDD5"/>
                </a:solidFill>
                <a:latin typeface="Tajawal"/>
                <a:ea typeface="Tajawal"/>
                <a:cs typeface="Tajawal"/>
                <a:sym typeface="Tajawal"/>
              </a:rPr>
              <a:t>تأخر</a:t>
            </a:r>
            <a:r>
              <a:rPr lang="en" sz="1000" b="1" dirty="0">
                <a:solidFill>
                  <a:srgbClr val="C4CDD5"/>
                </a:solidFill>
                <a:latin typeface="Tajawal"/>
                <a:ea typeface="Tajawal"/>
                <a:cs typeface="Tajawal"/>
                <a:sym typeface="Tajawal"/>
              </a:rPr>
              <a:t> </a:t>
            </a:r>
            <a:r>
              <a:rPr lang="en" sz="1000" b="1" dirty="0" err="1">
                <a:solidFill>
                  <a:srgbClr val="C4CDD5"/>
                </a:solidFill>
                <a:latin typeface="Tajawal"/>
                <a:ea typeface="Tajawal"/>
                <a:cs typeface="Tajawal"/>
                <a:sym typeface="Tajawal"/>
              </a:rPr>
              <a:t>بعض</a:t>
            </a:r>
            <a:r>
              <a:rPr lang="en" sz="1000" b="1" dirty="0">
                <a:solidFill>
                  <a:srgbClr val="C4CDD5"/>
                </a:solidFill>
                <a:latin typeface="Tajawal"/>
                <a:ea typeface="Tajawal"/>
                <a:cs typeface="Tajawal"/>
                <a:sym typeface="Tajawal"/>
              </a:rPr>
              <a:t> </a:t>
            </a:r>
            <a:r>
              <a:rPr lang="en" sz="1000" b="1" dirty="0" err="1">
                <a:solidFill>
                  <a:srgbClr val="C4CDD5"/>
                </a:solidFill>
                <a:latin typeface="Tajawal"/>
                <a:ea typeface="Tajawal"/>
                <a:cs typeface="Tajawal"/>
                <a:sym typeface="Tajawal"/>
              </a:rPr>
              <a:t>الحوامل</a:t>
            </a:r>
            <a:r>
              <a:rPr lang="en" sz="1000" b="1" dirty="0">
                <a:solidFill>
                  <a:srgbClr val="C4CDD5"/>
                </a:solidFill>
                <a:latin typeface="Tajawal"/>
                <a:ea typeface="Tajawal"/>
                <a:cs typeface="Tajawal"/>
                <a:sym typeface="Tajawal"/>
              </a:rPr>
              <a:t> </a:t>
            </a:r>
            <a:r>
              <a:rPr lang="en" sz="1000" b="1" dirty="0" err="1">
                <a:solidFill>
                  <a:srgbClr val="C4CDD5"/>
                </a:solidFill>
                <a:latin typeface="Tajawal"/>
                <a:ea typeface="Tajawal"/>
                <a:cs typeface="Tajawal"/>
                <a:sym typeface="Tajawal"/>
              </a:rPr>
              <a:t>في</a:t>
            </a:r>
            <a:r>
              <a:rPr lang="en" sz="1000" b="1" dirty="0">
                <a:solidFill>
                  <a:srgbClr val="C4CDD5"/>
                </a:solidFill>
                <a:latin typeface="Tajawal"/>
                <a:ea typeface="Tajawal"/>
                <a:cs typeface="Tajawal"/>
                <a:sym typeface="Tajawal"/>
              </a:rPr>
              <a:t> </a:t>
            </a:r>
            <a:r>
              <a:rPr lang="en" sz="1000" b="1" dirty="0" err="1">
                <a:solidFill>
                  <a:srgbClr val="C4CDD5"/>
                </a:solidFill>
                <a:latin typeface="Tajawal"/>
                <a:ea typeface="Tajawal"/>
                <a:cs typeface="Tajawal"/>
                <a:sym typeface="Tajawal"/>
              </a:rPr>
              <a:t>إدراك</a:t>
            </a:r>
            <a:r>
              <a:rPr lang="en" sz="1000" b="1" dirty="0">
                <a:solidFill>
                  <a:srgbClr val="C4CDD5"/>
                </a:solidFill>
                <a:latin typeface="Tajawal"/>
                <a:ea typeface="Tajawal"/>
                <a:cs typeface="Tajawal"/>
                <a:sym typeface="Tajawal"/>
              </a:rPr>
              <a:t> </a:t>
            </a:r>
            <a:r>
              <a:rPr lang="en" sz="1000" b="1" dirty="0" err="1">
                <a:solidFill>
                  <a:srgbClr val="C4CDD5"/>
                </a:solidFill>
                <a:latin typeface="Tajawal"/>
                <a:ea typeface="Tajawal"/>
                <a:cs typeface="Tajawal"/>
                <a:sym typeface="Tajawal"/>
              </a:rPr>
              <a:t>أهمية</a:t>
            </a:r>
            <a:r>
              <a:rPr lang="en" sz="1000" b="1" dirty="0">
                <a:solidFill>
                  <a:srgbClr val="C4CDD5"/>
                </a:solidFill>
                <a:latin typeface="Tajawal"/>
                <a:ea typeface="Tajawal"/>
                <a:cs typeface="Tajawal"/>
                <a:sym typeface="Tajawal"/>
              </a:rPr>
              <a:t> </a:t>
            </a:r>
            <a:r>
              <a:rPr lang="en" sz="1000" b="1" dirty="0" err="1">
                <a:solidFill>
                  <a:srgbClr val="C4CDD5"/>
                </a:solidFill>
                <a:latin typeface="Tajawal"/>
                <a:ea typeface="Tajawal"/>
                <a:cs typeface="Tajawal"/>
                <a:sym typeface="Tajawal"/>
              </a:rPr>
              <a:t>الأعراض</a:t>
            </a:r>
            <a:r>
              <a:rPr lang="en" sz="1000" b="1" dirty="0">
                <a:solidFill>
                  <a:srgbClr val="C4CDD5"/>
                </a:solidFill>
                <a:latin typeface="Tajawal"/>
                <a:ea typeface="Tajawal"/>
                <a:cs typeface="Tajawal"/>
                <a:sym typeface="Tajawal"/>
              </a:rPr>
              <a:t> • </a:t>
            </a:r>
            <a:r>
              <a:rPr lang="en" sz="1000" b="1" dirty="0" err="1">
                <a:solidFill>
                  <a:srgbClr val="C4CDD5"/>
                </a:solidFill>
                <a:latin typeface="Tajawal"/>
                <a:ea typeface="Tajawal"/>
                <a:cs typeface="Tajawal"/>
                <a:sym typeface="Tajawal"/>
              </a:rPr>
              <a:t>الاعتماد</a:t>
            </a:r>
            <a:r>
              <a:rPr lang="en" sz="1000" b="1" dirty="0">
                <a:solidFill>
                  <a:srgbClr val="C4CDD5"/>
                </a:solidFill>
                <a:latin typeface="Tajawal"/>
                <a:ea typeface="Tajawal"/>
                <a:cs typeface="Tajawal"/>
                <a:sym typeface="Tajawal"/>
              </a:rPr>
              <a:t> </a:t>
            </a:r>
            <a:r>
              <a:rPr lang="en" sz="1000" b="1" dirty="0" err="1">
                <a:solidFill>
                  <a:srgbClr val="C4CDD5"/>
                </a:solidFill>
                <a:latin typeface="Tajawal"/>
                <a:ea typeface="Tajawal"/>
                <a:cs typeface="Tajawal"/>
                <a:sym typeface="Tajawal"/>
              </a:rPr>
              <a:t>على</a:t>
            </a:r>
            <a:r>
              <a:rPr lang="en" sz="1000" b="1" dirty="0">
                <a:solidFill>
                  <a:srgbClr val="C4CDD5"/>
                </a:solidFill>
                <a:latin typeface="Tajawal"/>
                <a:ea typeface="Tajawal"/>
                <a:cs typeface="Tajawal"/>
                <a:sym typeface="Tajawal"/>
              </a:rPr>
              <a:t> </a:t>
            </a:r>
            <a:r>
              <a:rPr lang="en" sz="1000" b="1" dirty="0" err="1">
                <a:solidFill>
                  <a:srgbClr val="C4CDD5"/>
                </a:solidFill>
                <a:latin typeface="Tajawal"/>
                <a:ea typeface="Tajawal"/>
                <a:cs typeface="Tajawal"/>
                <a:sym typeface="Tajawal"/>
              </a:rPr>
              <a:t>نصائح</a:t>
            </a:r>
            <a:r>
              <a:rPr lang="en" sz="1000" b="1" dirty="0">
                <a:solidFill>
                  <a:srgbClr val="C4CDD5"/>
                </a:solidFill>
                <a:latin typeface="Tajawal"/>
                <a:ea typeface="Tajawal"/>
                <a:cs typeface="Tajawal"/>
                <a:sym typeface="Tajawal"/>
              </a:rPr>
              <a:t> </a:t>
            </a:r>
            <a:r>
              <a:rPr lang="en" sz="1000" b="1" dirty="0" err="1">
                <a:solidFill>
                  <a:srgbClr val="C4CDD5"/>
                </a:solidFill>
                <a:latin typeface="Tajawal"/>
                <a:ea typeface="Tajawal"/>
                <a:cs typeface="Tajawal"/>
                <a:sym typeface="Tajawal"/>
              </a:rPr>
              <a:t>الأسرة</a:t>
            </a:r>
            <a:r>
              <a:rPr lang="en" sz="1000" b="1" dirty="0">
                <a:solidFill>
                  <a:srgbClr val="C4CDD5"/>
                </a:solidFill>
                <a:latin typeface="Tajawal"/>
                <a:ea typeface="Tajawal"/>
                <a:cs typeface="Tajawal"/>
                <a:sym typeface="Tajawal"/>
              </a:rPr>
              <a:t> </a:t>
            </a:r>
            <a:r>
              <a:rPr lang="en" sz="1000" b="1" dirty="0" err="1">
                <a:solidFill>
                  <a:srgbClr val="C4CDD5"/>
                </a:solidFill>
                <a:latin typeface="Tajawal"/>
                <a:ea typeface="Tajawal"/>
                <a:cs typeface="Tajawal"/>
                <a:sym typeface="Tajawal"/>
              </a:rPr>
              <a:t>أو</a:t>
            </a:r>
            <a:r>
              <a:rPr lang="en" sz="1000" b="1" dirty="0">
                <a:solidFill>
                  <a:srgbClr val="C4CDD5"/>
                </a:solidFill>
                <a:latin typeface="Tajawal"/>
                <a:ea typeface="Tajawal"/>
                <a:cs typeface="Tajawal"/>
                <a:sym typeface="Tajawal"/>
              </a:rPr>
              <a:t> </a:t>
            </a:r>
            <a:r>
              <a:rPr lang="en" sz="1000" b="1" dirty="0" err="1">
                <a:solidFill>
                  <a:srgbClr val="C4CDD5"/>
                </a:solidFill>
                <a:latin typeface="Tajawal"/>
                <a:ea typeface="Tajawal"/>
                <a:cs typeface="Tajawal"/>
                <a:sym typeface="Tajawal"/>
              </a:rPr>
              <a:t>الحلول</a:t>
            </a:r>
            <a:r>
              <a:rPr lang="en" sz="1000" b="1" dirty="0">
                <a:solidFill>
                  <a:srgbClr val="C4CDD5"/>
                </a:solidFill>
                <a:latin typeface="Tajawal"/>
                <a:ea typeface="Tajawal"/>
                <a:cs typeface="Tajawal"/>
                <a:sym typeface="Tajawal"/>
              </a:rPr>
              <a:t> </a:t>
            </a:r>
            <a:r>
              <a:rPr lang="en" sz="1000" b="1" dirty="0" err="1">
                <a:solidFill>
                  <a:srgbClr val="C4CDD5"/>
                </a:solidFill>
                <a:latin typeface="Tajawal"/>
                <a:ea typeface="Tajawal"/>
                <a:cs typeface="Tajawal"/>
                <a:sym typeface="Tajawal"/>
              </a:rPr>
              <a:t>المنزلية</a:t>
            </a:r>
            <a:r>
              <a:rPr lang="en" sz="1000" b="1" dirty="0">
                <a:solidFill>
                  <a:srgbClr val="C4CDD5"/>
                </a:solidFill>
                <a:latin typeface="Tajawal"/>
                <a:ea typeface="Tajawal"/>
                <a:cs typeface="Tajawal"/>
                <a:sym typeface="Tajawal"/>
              </a:rPr>
              <a:t> </a:t>
            </a:r>
            <a:r>
              <a:rPr lang="en" sz="1000" b="1" dirty="0" err="1">
                <a:solidFill>
                  <a:srgbClr val="C4CDD5"/>
                </a:solidFill>
                <a:latin typeface="Tajawal"/>
                <a:ea typeface="Tajawal"/>
                <a:cs typeface="Tajawal"/>
                <a:sym typeface="Tajawal"/>
              </a:rPr>
              <a:t>أولًا</a:t>
            </a:r>
            <a:r>
              <a:rPr lang="en" sz="1000" b="1" dirty="0">
                <a:solidFill>
                  <a:srgbClr val="C4CDD5"/>
                </a:solidFill>
                <a:latin typeface="Tajawal"/>
                <a:ea typeface="Tajawal"/>
                <a:cs typeface="Tajawal"/>
                <a:sym typeface="Tajawal"/>
              </a:rPr>
              <a:t> • </a:t>
            </a:r>
            <a:r>
              <a:rPr lang="en" sz="1000" b="1" dirty="0" err="1">
                <a:solidFill>
                  <a:srgbClr val="C4CDD5"/>
                </a:solidFill>
                <a:latin typeface="Tajawal"/>
                <a:ea typeface="Tajawal"/>
                <a:cs typeface="Tajawal"/>
                <a:sym typeface="Tajawal"/>
              </a:rPr>
              <a:t>نقص</a:t>
            </a:r>
            <a:r>
              <a:rPr lang="en" sz="1000" b="1" dirty="0">
                <a:solidFill>
                  <a:srgbClr val="C4CDD5"/>
                </a:solidFill>
                <a:latin typeface="Tajawal"/>
                <a:ea typeface="Tajawal"/>
                <a:cs typeface="Tajawal"/>
                <a:sym typeface="Tajawal"/>
              </a:rPr>
              <a:t> </a:t>
            </a:r>
            <a:r>
              <a:rPr lang="en" sz="1000" b="1" dirty="0" err="1">
                <a:solidFill>
                  <a:srgbClr val="C4CDD5"/>
                </a:solidFill>
                <a:latin typeface="Tajawal"/>
                <a:ea typeface="Tajawal"/>
                <a:cs typeface="Tajawal"/>
                <a:sym typeface="Tajawal"/>
              </a:rPr>
              <a:t>المعلومات</a:t>
            </a:r>
            <a:r>
              <a:rPr lang="en" sz="1000" b="1" dirty="0">
                <a:solidFill>
                  <a:srgbClr val="C4CDD5"/>
                </a:solidFill>
                <a:latin typeface="Tajawal"/>
                <a:ea typeface="Tajawal"/>
                <a:cs typeface="Tajawal"/>
                <a:sym typeface="Tajawal"/>
              </a:rPr>
              <a:t> </a:t>
            </a:r>
            <a:r>
              <a:rPr lang="en" sz="1000" b="1" dirty="0" err="1">
                <a:solidFill>
                  <a:srgbClr val="C4CDD5"/>
                </a:solidFill>
                <a:latin typeface="Tajawal"/>
                <a:ea typeface="Tajawal"/>
                <a:cs typeface="Tajawal"/>
                <a:sym typeface="Tajawal"/>
              </a:rPr>
              <a:t>عند</a:t>
            </a:r>
            <a:r>
              <a:rPr lang="en" sz="1000" b="1" dirty="0">
                <a:solidFill>
                  <a:srgbClr val="C4CDD5"/>
                </a:solidFill>
                <a:latin typeface="Tajawal"/>
                <a:ea typeface="Tajawal"/>
                <a:cs typeface="Tajawal"/>
                <a:sym typeface="Tajawal"/>
              </a:rPr>
              <a:t> </a:t>
            </a:r>
            <a:r>
              <a:rPr lang="en" sz="1000" b="1" dirty="0" err="1">
                <a:solidFill>
                  <a:srgbClr val="C4CDD5"/>
                </a:solidFill>
                <a:latin typeface="Tajawal"/>
                <a:ea typeface="Tajawal"/>
                <a:cs typeface="Tajawal"/>
                <a:sym typeface="Tajawal"/>
              </a:rPr>
              <a:t>التقييم</a:t>
            </a:r>
            <a:r>
              <a:rPr lang="en" sz="1000" b="1" dirty="0">
                <a:solidFill>
                  <a:srgbClr val="C4CDD5"/>
                </a:solidFill>
                <a:latin typeface="Tajawal"/>
                <a:ea typeface="Tajawal"/>
                <a:cs typeface="Tajawal"/>
                <a:sym typeface="Tajawal"/>
              </a:rPr>
              <a:t> • </a:t>
            </a:r>
            <a:r>
              <a:rPr lang="en" sz="1000" b="1" dirty="0" err="1">
                <a:solidFill>
                  <a:srgbClr val="C4CDD5"/>
                </a:solidFill>
                <a:latin typeface="Tajawal"/>
                <a:ea typeface="Tajawal"/>
                <a:cs typeface="Tajawal"/>
                <a:sym typeface="Tajawal"/>
              </a:rPr>
              <a:t>خطر</a:t>
            </a:r>
            <a:r>
              <a:rPr lang="en" sz="1000" b="1" dirty="0">
                <a:solidFill>
                  <a:srgbClr val="C4CDD5"/>
                </a:solidFill>
                <a:latin typeface="Tajawal"/>
                <a:ea typeface="Tajawal"/>
                <a:cs typeface="Tajawal"/>
                <a:sym typeface="Tajawal"/>
              </a:rPr>
              <a:t> </a:t>
            </a:r>
            <a:r>
              <a:rPr lang="en" sz="1000" b="1" dirty="0" err="1">
                <a:solidFill>
                  <a:srgbClr val="C4CDD5"/>
                </a:solidFill>
                <a:latin typeface="Tajawal"/>
                <a:ea typeface="Tajawal"/>
                <a:cs typeface="Tajawal"/>
                <a:sym typeface="Tajawal"/>
              </a:rPr>
              <a:t>الطمأنينة</a:t>
            </a:r>
            <a:r>
              <a:rPr lang="en" sz="1000" b="1" dirty="0">
                <a:solidFill>
                  <a:srgbClr val="C4CDD5"/>
                </a:solidFill>
                <a:latin typeface="Tajawal"/>
                <a:ea typeface="Tajawal"/>
                <a:cs typeface="Tajawal"/>
                <a:sym typeface="Tajawal"/>
              </a:rPr>
              <a:t> </a:t>
            </a:r>
            <a:r>
              <a:rPr lang="en" sz="1000" b="1" dirty="0" err="1">
                <a:solidFill>
                  <a:srgbClr val="C4CDD5"/>
                </a:solidFill>
                <a:latin typeface="Tajawal"/>
                <a:ea typeface="Tajawal"/>
                <a:cs typeface="Tajawal"/>
                <a:sym typeface="Tajawal"/>
              </a:rPr>
              <a:t>الزائفة</a:t>
            </a:r>
            <a:r>
              <a:rPr lang="en" sz="1000" b="1" dirty="0">
                <a:solidFill>
                  <a:srgbClr val="C4CDD5"/>
                </a:solidFill>
                <a:latin typeface="Tajawal"/>
                <a:ea typeface="Tajawal"/>
                <a:cs typeface="Tajawal"/>
                <a:sym typeface="Tajawal"/>
              </a:rPr>
              <a:t> </a:t>
            </a:r>
            <a:r>
              <a:rPr lang="en" sz="1000" b="1" dirty="0" err="1">
                <a:solidFill>
                  <a:srgbClr val="C4CDD5"/>
                </a:solidFill>
                <a:latin typeface="Tajawal"/>
                <a:ea typeface="Tajawal"/>
                <a:cs typeface="Tajawal"/>
                <a:sym typeface="Tajawal"/>
              </a:rPr>
              <a:t>من</a:t>
            </a:r>
            <a:r>
              <a:rPr lang="en" sz="1000" b="1" dirty="0">
                <a:solidFill>
                  <a:srgbClr val="C4CDD5"/>
                </a:solidFill>
                <a:latin typeface="Tajawal"/>
                <a:ea typeface="Tajawal"/>
                <a:cs typeface="Tajawal"/>
                <a:sym typeface="Tajawal"/>
              </a:rPr>
              <a:t> </a:t>
            </a:r>
            <a:r>
              <a:rPr lang="en" sz="1000" b="1" dirty="0" err="1">
                <a:solidFill>
                  <a:srgbClr val="C4CDD5"/>
                </a:solidFill>
                <a:latin typeface="Tajawal"/>
                <a:ea typeface="Tajawal"/>
                <a:cs typeface="Tajawal"/>
                <a:sym typeface="Tajawal"/>
              </a:rPr>
              <a:t>الأدوات</a:t>
            </a:r>
            <a:r>
              <a:rPr lang="en" sz="1000" b="1" dirty="0">
                <a:solidFill>
                  <a:srgbClr val="C4CDD5"/>
                </a:solidFill>
                <a:latin typeface="Tajawal"/>
                <a:ea typeface="Tajawal"/>
                <a:cs typeface="Tajawal"/>
                <a:sym typeface="Tajawal"/>
              </a:rPr>
              <a:t> </a:t>
            </a:r>
            <a:r>
              <a:rPr lang="en" sz="1000" b="1" dirty="0" err="1">
                <a:solidFill>
                  <a:srgbClr val="C4CDD5"/>
                </a:solidFill>
                <a:latin typeface="Tajawal"/>
                <a:ea typeface="Tajawal"/>
                <a:cs typeface="Tajawal"/>
                <a:sym typeface="Tajawal"/>
              </a:rPr>
              <a:t>الرقمية</a:t>
            </a:r>
            <a:r>
              <a:rPr lang="en" sz="1000" b="1" dirty="0">
                <a:solidFill>
                  <a:srgbClr val="C4CDD5"/>
                </a:solidFill>
                <a:latin typeface="Tajawal"/>
                <a:ea typeface="Tajawal"/>
                <a:cs typeface="Tajawal"/>
                <a:sym typeface="Tajawal"/>
              </a:rPr>
              <a:t>.</a:t>
            </a:r>
            <a:endParaRPr lang="en" sz="1000" b="1" i="0" u="none" strike="noStrike" cap="none" dirty="0">
              <a:solidFill>
                <a:srgbClr val="C4CDD5"/>
              </a:solidFill>
              <a:latin typeface="Tajawal"/>
              <a:ea typeface="Tajawal"/>
              <a:cs typeface="Tajawal"/>
            </a:endParaRPr>
          </a:p>
          <a:p>
            <a:pPr marL="0" marR="0" lvl="0" indent="0" algn="r" rtl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ajawal"/>
              <a:buNone/>
            </a:pPr>
            <a:endParaRPr sz="1100" b="1" i="0" u="none" strike="noStrike" cap="none">
              <a:solidFill>
                <a:srgbClr val="FFFFF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457429" y="2606040"/>
            <a:ext cx="2642700" cy="1275600"/>
          </a:xfrm>
          <a:prstGeom prst="roundRect">
            <a:avLst>
              <a:gd name="adj" fmla="val 1613"/>
            </a:avLst>
          </a:prstGeom>
          <a:solidFill>
            <a:srgbClr val="10202F"/>
          </a:solidFill>
          <a:ln w="9525" cap="flat" cmpd="sng">
            <a:solidFill>
              <a:srgbClr val="AEDB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2"/>
          <p:cNvSpPr txBox="1"/>
          <p:nvPr/>
        </p:nvSpPr>
        <p:spPr>
          <a:xfrm>
            <a:off x="608305" y="2743200"/>
            <a:ext cx="23409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DB0B"/>
              </a:buClr>
              <a:buSzPts val="1200"/>
              <a:buFont typeface="Tajawal"/>
              <a:buNone/>
            </a:pPr>
            <a:r>
              <a:rPr lang="en" sz="1200" b="1" i="0" u="none" strike="noStrike" cap="none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المكاسب</a:t>
            </a:r>
            <a:endParaRPr sz="12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8" name="Google Shape;78;p2"/>
          <p:cNvSpPr txBox="1"/>
          <p:nvPr/>
        </p:nvSpPr>
        <p:spPr>
          <a:xfrm>
            <a:off x="534085" y="3036402"/>
            <a:ext cx="2415120" cy="708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r" rtl="1">
              <a:lnSpc>
                <a:spcPct val="130000"/>
              </a:lnSpc>
              <a:buClr>
                <a:srgbClr val="C4CDD5"/>
              </a:buClr>
              <a:buSzPts val="900"/>
              <a:buFont typeface="Tajawal"/>
            </a:pPr>
            <a:r>
              <a:rPr lang="en" sz="1100" b="1" dirty="0" err="1">
                <a:solidFill>
                  <a:srgbClr val="C4CDD5"/>
                </a:solidFill>
                <a:latin typeface="Tajawal"/>
                <a:ea typeface="Tajawal"/>
                <a:cs typeface="Tajawal"/>
              </a:rPr>
              <a:t>ت</a:t>
            </a:r>
            <a:r>
              <a:rPr lang="en" sz="1050" b="1" dirty="0" err="1">
                <a:solidFill>
                  <a:srgbClr val="C4CDD5"/>
                </a:solidFill>
                <a:latin typeface="Tajawal"/>
                <a:ea typeface="Tajawal"/>
                <a:cs typeface="Tajawal"/>
              </a:rPr>
              <a:t>وجيه</a:t>
            </a:r>
            <a:r>
              <a:rPr lang="en" sz="1050" b="1" dirty="0">
                <a:solidFill>
                  <a:srgbClr val="C4CDD5"/>
                </a:solidFill>
                <a:latin typeface="Tajawal"/>
                <a:ea typeface="Tajawal"/>
                <a:cs typeface="Tajawal"/>
              </a:rPr>
              <a:t> </a:t>
            </a:r>
            <a:r>
              <a:rPr lang="en" sz="1050" b="1" dirty="0" err="1">
                <a:solidFill>
                  <a:srgbClr val="C4CDD5"/>
                </a:solidFill>
                <a:latin typeface="Tajawal"/>
                <a:ea typeface="Tajawal"/>
                <a:cs typeface="Tajawal"/>
              </a:rPr>
              <a:t>الحامل</a:t>
            </a:r>
            <a:r>
              <a:rPr lang="en" sz="1050" b="1" dirty="0">
                <a:solidFill>
                  <a:srgbClr val="C4CDD5"/>
                </a:solidFill>
                <a:latin typeface="Tajawal"/>
                <a:ea typeface="Tajawal"/>
                <a:cs typeface="Tajawal"/>
              </a:rPr>
              <a:t> </a:t>
            </a:r>
            <a:r>
              <a:rPr lang="en" sz="1050" b="1" dirty="0" err="1">
                <a:solidFill>
                  <a:srgbClr val="C4CDD5"/>
                </a:solidFill>
                <a:latin typeface="Tajawal"/>
                <a:ea typeface="Tajawal"/>
                <a:cs typeface="Tajawal"/>
              </a:rPr>
              <a:t>نحو</a:t>
            </a:r>
            <a:r>
              <a:rPr lang="en" sz="1050" b="1" dirty="0">
                <a:solidFill>
                  <a:srgbClr val="C4CDD5"/>
                </a:solidFill>
                <a:latin typeface="Tajawal"/>
                <a:ea typeface="Tajawal"/>
                <a:cs typeface="Tajawal"/>
              </a:rPr>
              <a:t> </a:t>
            </a:r>
            <a:r>
              <a:rPr lang="en" sz="1050" b="1" dirty="0" err="1">
                <a:solidFill>
                  <a:srgbClr val="C4CDD5"/>
                </a:solidFill>
                <a:latin typeface="Tajawal"/>
                <a:ea typeface="Tajawal"/>
                <a:cs typeface="Tajawal"/>
              </a:rPr>
              <a:t>الرعاية</a:t>
            </a:r>
            <a:r>
              <a:rPr lang="en" sz="1050" b="1" dirty="0">
                <a:solidFill>
                  <a:srgbClr val="C4CDD5"/>
                </a:solidFill>
                <a:latin typeface="Tajawal"/>
                <a:ea typeface="Tajawal"/>
                <a:cs typeface="Tajawal"/>
              </a:rPr>
              <a:t> </a:t>
            </a:r>
            <a:r>
              <a:rPr lang="en" sz="1050" b="1" dirty="0" err="1">
                <a:solidFill>
                  <a:srgbClr val="C4CDD5"/>
                </a:solidFill>
                <a:latin typeface="Tajawal"/>
                <a:ea typeface="Tajawal"/>
                <a:cs typeface="Tajawal"/>
              </a:rPr>
              <a:t>عند</a:t>
            </a:r>
            <a:r>
              <a:rPr lang="en" sz="1050" b="1" dirty="0">
                <a:solidFill>
                  <a:srgbClr val="C4CDD5"/>
                </a:solidFill>
                <a:latin typeface="Tajawal"/>
                <a:ea typeface="Tajawal"/>
                <a:cs typeface="Tajawal"/>
              </a:rPr>
              <a:t> </a:t>
            </a:r>
            <a:r>
              <a:rPr lang="en" sz="1050" b="1" dirty="0" err="1">
                <a:solidFill>
                  <a:srgbClr val="C4CDD5"/>
                </a:solidFill>
                <a:latin typeface="Tajawal"/>
                <a:ea typeface="Tajawal"/>
                <a:cs typeface="Tajawal"/>
              </a:rPr>
              <a:t>الحاجة</a:t>
            </a:r>
            <a:r>
              <a:rPr lang="en" sz="1050" b="1" dirty="0">
                <a:solidFill>
                  <a:srgbClr val="C4CDD5"/>
                </a:solidFill>
                <a:latin typeface="Tajawal"/>
                <a:ea typeface="Tajawal"/>
                <a:cs typeface="Tajawal"/>
              </a:rPr>
              <a:t> • </a:t>
            </a:r>
            <a:r>
              <a:rPr lang="en" sz="1050" b="1" dirty="0" err="1">
                <a:solidFill>
                  <a:srgbClr val="C4CDD5"/>
                </a:solidFill>
                <a:latin typeface="Tajawal"/>
                <a:ea typeface="Tajawal"/>
                <a:cs typeface="Tajawal"/>
              </a:rPr>
              <a:t>إظهار</a:t>
            </a:r>
            <a:r>
              <a:rPr lang="en" sz="1050" b="1" dirty="0">
                <a:solidFill>
                  <a:srgbClr val="C4CDD5"/>
                </a:solidFill>
                <a:latin typeface="Tajawal"/>
                <a:ea typeface="Tajawal"/>
                <a:cs typeface="Tajawal"/>
              </a:rPr>
              <a:t> </a:t>
            </a:r>
            <a:r>
              <a:rPr lang="en" sz="1050" b="1" dirty="0" err="1">
                <a:solidFill>
                  <a:srgbClr val="C4CDD5"/>
                </a:solidFill>
                <a:latin typeface="Tajawal"/>
                <a:ea typeface="Tajawal"/>
                <a:cs typeface="Tajawal"/>
              </a:rPr>
              <a:t>عدم</a:t>
            </a:r>
            <a:r>
              <a:rPr lang="en" sz="1050" b="1" dirty="0">
                <a:solidFill>
                  <a:srgbClr val="C4CDD5"/>
                </a:solidFill>
                <a:latin typeface="Tajawal"/>
                <a:ea typeface="Tajawal"/>
                <a:cs typeface="Tajawal"/>
              </a:rPr>
              <a:t> </a:t>
            </a:r>
            <a:r>
              <a:rPr lang="en" sz="1050" b="1" dirty="0" err="1">
                <a:solidFill>
                  <a:srgbClr val="C4CDD5"/>
                </a:solidFill>
                <a:latin typeface="Tajawal"/>
                <a:ea typeface="Tajawal"/>
                <a:cs typeface="Tajawal"/>
              </a:rPr>
              <a:t>اليقين</a:t>
            </a:r>
            <a:r>
              <a:rPr lang="en" sz="1050" b="1" dirty="0">
                <a:solidFill>
                  <a:srgbClr val="C4CDD5"/>
                </a:solidFill>
                <a:latin typeface="Tajawal"/>
                <a:ea typeface="Tajawal"/>
                <a:cs typeface="Tajawal"/>
              </a:rPr>
              <a:t> </a:t>
            </a:r>
            <a:r>
              <a:rPr lang="en" sz="1050" b="1" dirty="0" err="1">
                <a:solidFill>
                  <a:srgbClr val="C4CDD5"/>
                </a:solidFill>
                <a:latin typeface="Tajawal"/>
                <a:ea typeface="Tajawal"/>
                <a:cs typeface="Tajawal"/>
              </a:rPr>
              <a:t>بوضوح</a:t>
            </a:r>
            <a:r>
              <a:rPr lang="en" sz="1050" b="1" dirty="0">
                <a:solidFill>
                  <a:srgbClr val="C4CDD5"/>
                </a:solidFill>
                <a:latin typeface="Tajawal"/>
                <a:ea typeface="Tajawal"/>
                <a:cs typeface="Tajawal"/>
              </a:rPr>
              <a:t> • </a:t>
            </a:r>
            <a:r>
              <a:rPr lang="en" sz="1050" b="1" dirty="0" err="1">
                <a:solidFill>
                  <a:srgbClr val="C4CDD5"/>
                </a:solidFill>
                <a:latin typeface="Tajawal"/>
                <a:ea typeface="Tajawal"/>
                <a:cs typeface="Tajawal"/>
              </a:rPr>
              <a:t>طلب</a:t>
            </a:r>
            <a:r>
              <a:rPr lang="en" sz="1050" b="1" dirty="0">
                <a:solidFill>
                  <a:srgbClr val="C4CDD5"/>
                </a:solidFill>
                <a:latin typeface="Tajawal"/>
                <a:ea typeface="Tajawal"/>
                <a:cs typeface="Tajawal"/>
              </a:rPr>
              <a:t> </a:t>
            </a:r>
            <a:r>
              <a:rPr lang="en" sz="1050" b="1" dirty="0" err="1">
                <a:solidFill>
                  <a:srgbClr val="C4CDD5"/>
                </a:solidFill>
                <a:latin typeface="Tajawal"/>
                <a:ea typeface="Tajawal"/>
                <a:cs typeface="Tajawal"/>
              </a:rPr>
              <a:t>المعلومات</a:t>
            </a:r>
            <a:r>
              <a:rPr lang="en" sz="1050" b="1" dirty="0">
                <a:solidFill>
                  <a:srgbClr val="C4CDD5"/>
                </a:solidFill>
                <a:latin typeface="Tajawal"/>
                <a:ea typeface="Tajawal"/>
                <a:cs typeface="Tajawal"/>
              </a:rPr>
              <a:t> </a:t>
            </a:r>
            <a:r>
              <a:rPr lang="en" sz="1050" b="1" dirty="0" err="1">
                <a:solidFill>
                  <a:srgbClr val="C4CDD5"/>
                </a:solidFill>
                <a:latin typeface="Tajawal"/>
                <a:ea typeface="Tajawal"/>
                <a:cs typeface="Tajawal"/>
              </a:rPr>
              <a:t>الناقصة</a:t>
            </a:r>
            <a:r>
              <a:rPr lang="en" sz="1050" b="1" dirty="0">
                <a:solidFill>
                  <a:srgbClr val="C4CDD5"/>
                </a:solidFill>
                <a:latin typeface="Tajawal"/>
                <a:ea typeface="Tajawal"/>
                <a:cs typeface="Tajawal"/>
              </a:rPr>
              <a:t> </a:t>
            </a:r>
            <a:r>
              <a:rPr lang="en" sz="1050" b="1" dirty="0" err="1">
                <a:solidFill>
                  <a:srgbClr val="C4CDD5"/>
                </a:solidFill>
                <a:latin typeface="Tajawal"/>
                <a:ea typeface="Tajawal"/>
                <a:cs typeface="Tajawal"/>
              </a:rPr>
              <a:t>بدل</a:t>
            </a:r>
            <a:r>
              <a:rPr lang="en" sz="1050" b="1" dirty="0">
                <a:solidFill>
                  <a:srgbClr val="C4CDD5"/>
                </a:solidFill>
                <a:latin typeface="Tajawal"/>
                <a:ea typeface="Tajawal"/>
                <a:cs typeface="Tajawal"/>
              </a:rPr>
              <a:t> </a:t>
            </a:r>
            <a:r>
              <a:rPr lang="en" sz="1050" b="1" dirty="0" err="1">
                <a:solidFill>
                  <a:srgbClr val="C4CDD5"/>
                </a:solidFill>
                <a:latin typeface="Tajawal"/>
                <a:ea typeface="Tajawal"/>
                <a:cs typeface="Tajawal"/>
              </a:rPr>
              <a:t>التخمين</a:t>
            </a:r>
            <a:r>
              <a:rPr lang="en" sz="1050" b="1" dirty="0">
                <a:solidFill>
                  <a:srgbClr val="C4CDD5"/>
                </a:solidFill>
                <a:latin typeface="Tajawal"/>
                <a:ea typeface="Tajawal"/>
                <a:cs typeface="Tajawal"/>
              </a:rPr>
              <a:t> • </a:t>
            </a:r>
            <a:r>
              <a:rPr lang="en" sz="1050" b="1" dirty="0" err="1">
                <a:solidFill>
                  <a:srgbClr val="C4CDD5"/>
                </a:solidFill>
                <a:latin typeface="Tajawal"/>
                <a:ea typeface="Tajawal"/>
                <a:cs typeface="Tajawal"/>
              </a:rPr>
              <a:t>ملخص</a:t>
            </a:r>
            <a:r>
              <a:rPr lang="en" sz="1050" b="1" dirty="0">
                <a:solidFill>
                  <a:srgbClr val="C4CDD5"/>
                </a:solidFill>
                <a:latin typeface="Tajawal"/>
                <a:ea typeface="Tajawal"/>
                <a:cs typeface="Tajawal"/>
              </a:rPr>
              <a:t> </a:t>
            </a:r>
            <a:r>
              <a:rPr lang="en" sz="1050" b="1" dirty="0" err="1">
                <a:solidFill>
                  <a:srgbClr val="C4CDD5"/>
                </a:solidFill>
                <a:latin typeface="Tajawal"/>
                <a:ea typeface="Tajawal"/>
                <a:cs typeface="Tajawal"/>
              </a:rPr>
              <a:t>منظم</a:t>
            </a:r>
            <a:r>
              <a:rPr lang="en" sz="1050" b="1" dirty="0">
                <a:solidFill>
                  <a:srgbClr val="C4CDD5"/>
                </a:solidFill>
                <a:latin typeface="Tajawal"/>
                <a:ea typeface="Tajawal"/>
                <a:cs typeface="Tajawal"/>
              </a:rPr>
              <a:t> </a:t>
            </a:r>
            <a:r>
              <a:rPr lang="en" sz="1050" b="1" dirty="0" err="1">
                <a:solidFill>
                  <a:srgbClr val="C4CDD5"/>
                </a:solidFill>
                <a:latin typeface="Tajawal"/>
                <a:ea typeface="Tajawal"/>
                <a:cs typeface="Tajawal"/>
              </a:rPr>
              <a:t>يساعد</a:t>
            </a:r>
            <a:r>
              <a:rPr lang="en" sz="1050" b="1" dirty="0">
                <a:solidFill>
                  <a:srgbClr val="C4CDD5"/>
                </a:solidFill>
                <a:latin typeface="Tajawal"/>
                <a:ea typeface="Tajawal"/>
                <a:cs typeface="Tajawal"/>
              </a:rPr>
              <a:t> </a:t>
            </a:r>
            <a:r>
              <a:rPr lang="en" sz="1050" b="1" dirty="0" err="1">
                <a:solidFill>
                  <a:srgbClr val="C4CDD5"/>
                </a:solidFill>
                <a:latin typeface="Tajawal"/>
                <a:ea typeface="Tajawal"/>
                <a:cs typeface="Tajawal"/>
              </a:rPr>
              <a:t>في</a:t>
            </a:r>
            <a:r>
              <a:rPr lang="en" sz="1050" b="1" dirty="0">
                <a:solidFill>
                  <a:srgbClr val="C4CDD5"/>
                </a:solidFill>
                <a:latin typeface="Tajawal"/>
                <a:ea typeface="Tajawal"/>
                <a:cs typeface="Tajawal"/>
              </a:rPr>
              <a:t> </a:t>
            </a:r>
            <a:r>
              <a:rPr lang="en" sz="1050" b="1" dirty="0" err="1">
                <a:solidFill>
                  <a:srgbClr val="C4CDD5"/>
                </a:solidFill>
                <a:latin typeface="Tajawal"/>
                <a:ea typeface="Tajawal"/>
                <a:cs typeface="Tajawal"/>
              </a:rPr>
              <a:t>بدء</a:t>
            </a:r>
            <a:r>
              <a:rPr lang="en" sz="1050" b="1" dirty="0">
                <a:solidFill>
                  <a:srgbClr val="C4CDD5"/>
                </a:solidFill>
                <a:latin typeface="Tajawal"/>
                <a:ea typeface="Tajawal"/>
                <a:cs typeface="Tajawal"/>
              </a:rPr>
              <a:t> </a:t>
            </a:r>
            <a:r>
              <a:rPr lang="en" sz="1050" b="1" dirty="0" err="1">
                <a:solidFill>
                  <a:srgbClr val="C4CDD5"/>
                </a:solidFill>
                <a:latin typeface="Tajawal"/>
                <a:ea typeface="Tajawal"/>
                <a:cs typeface="Tajawal"/>
              </a:rPr>
              <a:t>الاستشارة</a:t>
            </a:r>
            <a:r>
              <a:rPr lang="en" sz="1050" b="1" dirty="0">
                <a:solidFill>
                  <a:srgbClr val="C4CDD5"/>
                </a:solidFill>
                <a:latin typeface="Tajawal"/>
                <a:ea typeface="Tajawal"/>
                <a:cs typeface="Tajawal"/>
              </a:rPr>
              <a:t> </a:t>
            </a:r>
            <a:r>
              <a:rPr lang="en" sz="1050" b="1" dirty="0" err="1">
                <a:solidFill>
                  <a:srgbClr val="C4CDD5"/>
                </a:solidFill>
                <a:latin typeface="Tajawal"/>
                <a:ea typeface="Tajawal"/>
                <a:cs typeface="Tajawal"/>
              </a:rPr>
              <a:t>بسرعة</a:t>
            </a:r>
            <a:r>
              <a:rPr lang="en" sz="1050" b="1" dirty="0">
                <a:solidFill>
                  <a:srgbClr val="C4CDD5"/>
                </a:solidFill>
                <a:latin typeface="Tajawal"/>
                <a:ea typeface="Tajawal"/>
                <a:cs typeface="Tajawal"/>
              </a:rPr>
              <a:t>.</a:t>
            </a:r>
            <a:endParaRPr lang="en" sz="1050" b="1" i="0" u="none" strike="noStrike" cap="none" dirty="0">
              <a:solidFill>
                <a:srgbClr val="C4CDD5"/>
              </a:solidFill>
              <a:latin typeface="Tajawal"/>
              <a:ea typeface="Tajawal"/>
              <a:cs typeface="Tajawal"/>
            </a:endParaRPr>
          </a:p>
          <a:p>
            <a:pPr marL="0" marR="0" lvl="0" indent="0" algn="r" rtl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ajawal"/>
              <a:buNone/>
            </a:pPr>
            <a:endParaRPr sz="1100" b="1" i="0" u="none" strike="noStrike" cap="none">
              <a:solidFill>
                <a:srgbClr val="FFFFF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1" name="Google Shape;81;p2"/>
          <p:cNvSpPr/>
          <p:nvPr/>
        </p:nvSpPr>
        <p:spPr>
          <a:xfrm>
            <a:off x="457429" y="4539996"/>
            <a:ext cx="8229600" cy="288000"/>
          </a:xfrm>
          <a:prstGeom prst="roundRect">
            <a:avLst>
              <a:gd name="adj" fmla="val 9524"/>
            </a:avLst>
          </a:prstGeom>
          <a:solidFill>
            <a:srgbClr val="021B4E"/>
          </a:solidFill>
          <a:ln w="9525" cap="flat" cmpd="sng">
            <a:solidFill>
              <a:srgbClr val="00339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"/>
          <p:cNvSpPr txBox="1"/>
          <p:nvPr/>
        </p:nvSpPr>
        <p:spPr>
          <a:xfrm>
            <a:off x="834619" y="4539996"/>
            <a:ext cx="74751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Tajawal"/>
              <a:buNone/>
            </a:pPr>
            <a:r>
              <a:rPr lang="en" sz="1000" b="0" i="0" u="none" strike="noStrike" cap="none">
                <a:solidFill>
                  <a:srgbClr val="FFFFFF"/>
                </a:solidFill>
                <a:latin typeface="Tajawal"/>
                <a:ea typeface="Tajawal"/>
                <a:cs typeface="Tajawal"/>
                <a:sym typeface="Tajawal"/>
              </a:rPr>
              <a:t>تحدي الجامعات 2026  |  اليوم الأول — الجلسة 2: ورشة تحديد المشكلة</a:t>
            </a: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3" name="Google Shape;83;p2"/>
          <p:cNvSpPr txBox="1"/>
          <p:nvPr/>
        </p:nvSpPr>
        <p:spPr>
          <a:xfrm>
            <a:off x="539725" y="4539996"/>
            <a:ext cx="3429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DB0B"/>
              </a:buClr>
              <a:buSzPts val="800"/>
              <a:buFont typeface="Tajawal"/>
              <a:buNone/>
            </a:pPr>
            <a:r>
              <a:rPr lang="en" sz="1000" b="1" i="0" u="none" strike="noStrike" cap="none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4</a:t>
            </a: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</p:spTree>
    <p:extLst>
      <p:ext uri="{BB962C8B-B14F-4D97-AF65-F5344CB8AC3E}">
        <p14:creationId xmlns:p14="http://schemas.microsoft.com/office/powerpoint/2010/main" val="34183221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g3fa33d35305_0_180" descr="/home/claude/w/assets/logo_dark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429" y="260604"/>
            <a:ext cx="891539" cy="304134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g3fa33d35305_0_180"/>
          <p:cNvSpPr txBox="1"/>
          <p:nvPr/>
        </p:nvSpPr>
        <p:spPr>
          <a:xfrm>
            <a:off x="457429" y="651029"/>
            <a:ext cx="1371600" cy="1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DB0B"/>
              </a:buClr>
              <a:buSzPts val="600"/>
              <a:buFont typeface="Tajawal"/>
              <a:buNone/>
            </a:pPr>
            <a:r>
              <a:rPr lang="en" sz="1000" b="0" i="0" u="none" strike="noStrike" cap="none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تحدي الجامعات 2026</a:t>
            </a: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35" name="Google Shape;135;g3fa33d35305_0_180"/>
          <p:cNvSpPr txBox="1"/>
          <p:nvPr/>
        </p:nvSpPr>
        <p:spPr>
          <a:xfrm>
            <a:off x="2103349" y="246888"/>
            <a:ext cx="6583800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ajawal"/>
              <a:buNone/>
            </a:pPr>
            <a:r>
              <a:rPr lang="en" sz="2000" b="1">
                <a:solidFill>
                  <a:srgbClr val="FFFFFF"/>
                </a:solidFill>
                <a:latin typeface="Tajawal"/>
                <a:ea typeface="Tajawal"/>
                <a:cs typeface="Tajawal"/>
                <a:sym typeface="Tajawal"/>
              </a:rPr>
              <a:t>تطبيق </a:t>
            </a:r>
            <a:r>
              <a:rPr lang="en" sz="2000" b="1" i="0" u="none" strike="noStrike" cap="none">
                <a:solidFill>
                  <a:srgbClr val="FFFFFF"/>
                </a:solidFill>
                <a:latin typeface="Tajawal"/>
                <a:ea typeface="Tajawal"/>
                <a:cs typeface="Tajawal"/>
                <a:sym typeface="Tajawal"/>
              </a:rPr>
              <a:t>ترتيب ألام العميل</a:t>
            </a:r>
            <a:endParaRPr sz="2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36" name="Google Shape;136;g3fa33d35305_0_180"/>
          <p:cNvSpPr txBox="1"/>
          <p:nvPr/>
        </p:nvSpPr>
        <p:spPr>
          <a:xfrm>
            <a:off x="2103349" y="678942"/>
            <a:ext cx="6583800" cy="2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DB0B"/>
              </a:buClr>
              <a:buSzPts val="900"/>
              <a:buFont typeface="Tajawal"/>
              <a:buNone/>
            </a:pPr>
            <a:r>
              <a:rPr lang="en" sz="1000" b="0" i="1" u="none" strike="noStrike" cap="none" dirty="0" err="1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الآلام</a:t>
            </a:r>
            <a:r>
              <a:rPr lang="en" sz="1000" b="0" i="1" u="none" strike="noStrike" cap="none" dirty="0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 </a:t>
            </a:r>
            <a:r>
              <a:rPr lang="en" sz="1000" b="0" i="1" u="none" strike="noStrike" cap="none" dirty="0" err="1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الثلاثة</a:t>
            </a:r>
            <a:r>
              <a:rPr lang="en" sz="1000" b="0" i="1" u="none" strike="noStrike" cap="none" dirty="0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 </a:t>
            </a:r>
            <a:r>
              <a:rPr lang="en" sz="1000" b="0" i="1" u="none" strike="noStrike" cap="none" dirty="0" err="1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التي</a:t>
            </a:r>
            <a:r>
              <a:rPr lang="en" sz="1000" b="0" i="1" u="none" strike="noStrike" cap="none" dirty="0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 </a:t>
            </a:r>
            <a:r>
              <a:rPr lang="en" sz="1000" b="0" i="1" u="none" strike="noStrike" cap="none" dirty="0" err="1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خرجت</a:t>
            </a:r>
            <a:r>
              <a:rPr lang="en" sz="1000" b="0" i="1" u="none" strike="noStrike" cap="none" dirty="0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 </a:t>
            </a:r>
            <a:r>
              <a:rPr lang="en" sz="1000" b="0" i="1" u="none" strike="noStrike" cap="none" dirty="0" err="1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من</a:t>
            </a:r>
            <a:r>
              <a:rPr lang="en" sz="1000" b="0" i="1" u="none" strike="noStrike" cap="none" dirty="0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 </a:t>
            </a:r>
            <a:r>
              <a:rPr lang="en" sz="1000" b="0" i="1" u="none" strike="noStrike" cap="none" dirty="0" err="1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خريطة</a:t>
            </a:r>
            <a:r>
              <a:rPr lang="en" sz="1000" b="0" i="1" u="none" strike="noStrike" cap="none" dirty="0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 </a:t>
            </a:r>
            <a:r>
              <a:rPr lang="en" sz="1000" i="1" dirty="0" err="1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د.رانيا</a:t>
            </a:r>
            <a:endParaRPr lang="en" sz="1000" b="0" i="1" u="none" strike="noStrike" cap="none" dirty="0" err="1">
              <a:solidFill>
                <a:srgbClr val="AEDB0B"/>
              </a:solidFill>
              <a:latin typeface="Tajawal"/>
              <a:ea typeface="Tajawal"/>
              <a:cs typeface="Tajawal"/>
            </a:endParaRPr>
          </a:p>
        </p:txBody>
      </p:sp>
      <p:cxnSp>
        <p:nvCxnSpPr>
          <p:cNvPr id="137" name="Google Shape;137;g3fa33d35305_0_180"/>
          <p:cNvCxnSpPr/>
          <p:nvPr/>
        </p:nvCxnSpPr>
        <p:spPr>
          <a:xfrm>
            <a:off x="457429" y="966978"/>
            <a:ext cx="8229600" cy="0"/>
          </a:xfrm>
          <a:prstGeom prst="straightConnector1">
            <a:avLst/>
          </a:prstGeom>
          <a:noFill/>
          <a:ln w="9525" cap="flat" cmpd="sng">
            <a:solidFill>
              <a:srgbClr val="AEDB0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8" name="Google Shape;138;g3fa33d35305_0_180"/>
          <p:cNvSpPr/>
          <p:nvPr/>
        </p:nvSpPr>
        <p:spPr>
          <a:xfrm>
            <a:off x="457429" y="1179576"/>
            <a:ext cx="8229600" cy="384000"/>
          </a:xfrm>
          <a:prstGeom prst="roundRect">
            <a:avLst>
              <a:gd name="adj" fmla="val 5357"/>
            </a:avLst>
          </a:prstGeom>
          <a:solidFill>
            <a:srgbClr val="10202F"/>
          </a:solidFill>
          <a:ln w="9525" cap="flat" cmpd="sng">
            <a:solidFill>
              <a:srgbClr val="AEDB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g3fa33d35305_0_180"/>
          <p:cNvSpPr txBox="1"/>
          <p:nvPr/>
        </p:nvSpPr>
        <p:spPr>
          <a:xfrm>
            <a:off x="5443195" y="1179576"/>
            <a:ext cx="31614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DB0B"/>
              </a:buClr>
              <a:buSzPts val="900"/>
              <a:buFont typeface="Tajawal"/>
              <a:buNone/>
            </a:pPr>
            <a:r>
              <a:rPr lang="en" sz="1000" b="1" i="0" u="none" strike="noStrike" cap="none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الألم</a:t>
            </a: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40" name="Google Shape;140;g3fa33d35305_0_180"/>
          <p:cNvSpPr txBox="1"/>
          <p:nvPr/>
        </p:nvSpPr>
        <p:spPr>
          <a:xfrm>
            <a:off x="4380205" y="1179576"/>
            <a:ext cx="8985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DB0B"/>
              </a:buClr>
              <a:buSzPts val="900"/>
              <a:buFont typeface="Tajawal"/>
              <a:buNone/>
            </a:pPr>
            <a:r>
              <a:rPr lang="en" sz="1000" b="1" i="0" u="none" strike="noStrike" cap="none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التكرار</a:t>
            </a: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41" name="Google Shape;141;g3fa33d35305_0_180"/>
          <p:cNvSpPr txBox="1"/>
          <p:nvPr/>
        </p:nvSpPr>
        <p:spPr>
          <a:xfrm>
            <a:off x="3317215" y="1179576"/>
            <a:ext cx="8985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DB0B"/>
              </a:buClr>
              <a:buSzPts val="900"/>
              <a:buFont typeface="Tajawal"/>
              <a:buNone/>
            </a:pPr>
            <a:r>
              <a:rPr lang="en" sz="1000" b="1" i="0" u="none" strike="noStrike" cap="none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الشدّة</a:t>
            </a: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42" name="Google Shape;142;g3fa33d35305_0_180"/>
          <p:cNvSpPr txBox="1"/>
          <p:nvPr/>
        </p:nvSpPr>
        <p:spPr>
          <a:xfrm>
            <a:off x="2117065" y="1179576"/>
            <a:ext cx="10356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DB0B"/>
              </a:buClr>
              <a:buSzPts val="900"/>
              <a:buFont typeface="Tajawal"/>
              <a:buNone/>
            </a:pPr>
            <a:r>
              <a:rPr lang="en" sz="1000" b="1" i="0" u="none" strike="noStrike" cap="none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الاستعداد للدفع</a:t>
            </a: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43" name="Google Shape;143;g3fa33d35305_0_180"/>
          <p:cNvSpPr txBox="1"/>
          <p:nvPr/>
        </p:nvSpPr>
        <p:spPr>
          <a:xfrm>
            <a:off x="1054075" y="1179576"/>
            <a:ext cx="8985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DB0B"/>
              </a:buClr>
              <a:buSzPts val="900"/>
              <a:buFont typeface="Tajawal"/>
              <a:buNone/>
            </a:pPr>
            <a:r>
              <a:rPr lang="en" sz="1000" b="1" i="0" u="none" strike="noStrike" cap="none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الوصول</a:t>
            </a: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44" name="Google Shape;144;g3fa33d35305_0_180"/>
          <p:cNvSpPr txBox="1"/>
          <p:nvPr/>
        </p:nvSpPr>
        <p:spPr>
          <a:xfrm>
            <a:off x="414407" y="1179576"/>
            <a:ext cx="5556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DB0B"/>
              </a:buClr>
              <a:buSzPts val="900"/>
              <a:buFont typeface="Tajawal"/>
              <a:buNone/>
            </a:pPr>
            <a:r>
              <a:rPr lang="en" sz="1000" b="1" i="0" u="none" strike="noStrike" cap="none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المجموع</a:t>
            </a: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45" name="Google Shape;145;g3fa33d35305_0_180"/>
          <p:cNvSpPr/>
          <p:nvPr/>
        </p:nvSpPr>
        <p:spPr>
          <a:xfrm>
            <a:off x="457429" y="1632204"/>
            <a:ext cx="8229600" cy="493800"/>
          </a:xfrm>
          <a:prstGeom prst="roundRect">
            <a:avLst>
              <a:gd name="adj" fmla="val 4167"/>
            </a:avLst>
          </a:prstGeom>
          <a:solidFill>
            <a:srgbClr val="10202F"/>
          </a:solidFill>
          <a:ln w="9525" cap="flat" cmpd="sng">
            <a:solidFill>
              <a:srgbClr val="AEDB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g3fa33d35305_0_180"/>
          <p:cNvSpPr txBox="1"/>
          <p:nvPr/>
        </p:nvSpPr>
        <p:spPr>
          <a:xfrm>
            <a:off x="5443195" y="1632204"/>
            <a:ext cx="31614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r" rtl="1">
              <a:buClr>
                <a:srgbClr val="FFFFFF"/>
              </a:buClr>
              <a:buSzPts val="900"/>
              <a:buFont typeface="Tajawal"/>
            </a:pPr>
            <a:r>
              <a:rPr lang="en" sz="1000" b="1" dirty="0" err="1">
                <a:solidFill>
                  <a:srgbClr val="FFFFFF"/>
                </a:solidFill>
                <a:latin typeface="Tajawal"/>
                <a:ea typeface="Tajawal"/>
                <a:cs typeface="Tajawal"/>
              </a:rPr>
              <a:t>تأخر</a:t>
            </a:r>
            <a:r>
              <a:rPr lang="en" sz="1000" b="1" dirty="0">
                <a:solidFill>
                  <a:srgbClr val="FFFFFF"/>
                </a:solidFill>
                <a:latin typeface="Tajawal"/>
                <a:ea typeface="Tajawal"/>
                <a:cs typeface="Tajawal"/>
              </a:rPr>
              <a:t> </a:t>
            </a:r>
            <a:r>
              <a:rPr lang="en" sz="1000" b="1" dirty="0" err="1">
                <a:solidFill>
                  <a:srgbClr val="FFFFFF"/>
                </a:solidFill>
                <a:latin typeface="Tajawal"/>
                <a:ea typeface="Tajawal"/>
                <a:cs typeface="Tajawal"/>
              </a:rPr>
              <a:t>الحامل</a:t>
            </a:r>
            <a:r>
              <a:rPr lang="en" sz="1000" b="1" dirty="0">
                <a:solidFill>
                  <a:srgbClr val="FFFFFF"/>
                </a:solidFill>
                <a:latin typeface="Tajawal"/>
                <a:ea typeface="Tajawal"/>
                <a:cs typeface="Tajawal"/>
              </a:rPr>
              <a:t> </a:t>
            </a:r>
            <a:r>
              <a:rPr lang="en" sz="1000" b="1" dirty="0" err="1">
                <a:solidFill>
                  <a:srgbClr val="FFFFFF"/>
                </a:solidFill>
                <a:latin typeface="Tajawal"/>
                <a:ea typeface="Tajawal"/>
                <a:cs typeface="Tajawal"/>
              </a:rPr>
              <a:t>في</a:t>
            </a:r>
            <a:r>
              <a:rPr lang="en" sz="1000" b="1" dirty="0">
                <a:solidFill>
                  <a:srgbClr val="FFFFFF"/>
                </a:solidFill>
                <a:latin typeface="Tajawal"/>
                <a:ea typeface="Tajawal"/>
                <a:cs typeface="Tajawal"/>
              </a:rPr>
              <a:t> إدراك أهمية </a:t>
            </a:r>
            <a:r>
              <a:rPr lang="en" sz="1000" b="1" dirty="0" err="1">
                <a:solidFill>
                  <a:srgbClr val="FFFFFF"/>
                </a:solidFill>
                <a:latin typeface="Tajawal"/>
                <a:ea typeface="Tajawal"/>
                <a:cs typeface="Tajawal"/>
              </a:rPr>
              <a:t>الأعراض</a:t>
            </a:r>
            <a:r>
              <a:rPr lang="en" sz="1000" b="1" dirty="0">
                <a:solidFill>
                  <a:srgbClr val="FFFFFF"/>
                </a:solidFill>
                <a:latin typeface="Tajawal"/>
                <a:ea typeface="Tajawal"/>
                <a:cs typeface="Tajawal"/>
              </a:rPr>
              <a:t> </a:t>
            </a:r>
            <a:r>
              <a:rPr lang="en" sz="1000" b="1" dirty="0" err="1">
                <a:solidFill>
                  <a:srgbClr val="FFFFFF"/>
                </a:solidFill>
                <a:latin typeface="Tajawal"/>
                <a:ea typeface="Tajawal"/>
                <a:cs typeface="Tajawal"/>
              </a:rPr>
              <a:t>وطلب</a:t>
            </a:r>
            <a:r>
              <a:rPr lang="en" sz="1000" b="1" dirty="0">
                <a:solidFill>
                  <a:srgbClr val="FFFFFF"/>
                </a:solidFill>
                <a:latin typeface="Tajawal"/>
                <a:ea typeface="Tajawal"/>
                <a:cs typeface="Tajawal"/>
              </a:rPr>
              <a:t> </a:t>
            </a:r>
            <a:r>
              <a:rPr lang="en" sz="1000" b="1" dirty="0" err="1">
                <a:solidFill>
                  <a:srgbClr val="FFFFFF"/>
                </a:solidFill>
                <a:latin typeface="Tajawal"/>
                <a:ea typeface="Tajawal"/>
                <a:cs typeface="Tajawal"/>
              </a:rPr>
              <a:t>الرعاية</a:t>
            </a:r>
            <a:endParaRPr lang="en" sz="1000" b="1" i="0" u="none" strike="noStrike" cap="none" dirty="0" err="1">
              <a:solidFill>
                <a:srgbClr val="FFFFFF"/>
              </a:solidFill>
              <a:latin typeface="Tajawal"/>
              <a:ea typeface="Tajawal"/>
              <a:cs typeface="Tajawal"/>
            </a:endParaRPr>
          </a:p>
        </p:txBody>
      </p:sp>
      <p:sp>
        <p:nvSpPr>
          <p:cNvPr id="147" name="Google Shape;147;g3fa33d35305_0_180"/>
          <p:cNvSpPr txBox="1"/>
          <p:nvPr/>
        </p:nvSpPr>
        <p:spPr>
          <a:xfrm>
            <a:off x="4380205" y="1632204"/>
            <a:ext cx="8985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ajawal"/>
              <a:buNone/>
            </a:pPr>
            <a:r>
              <a:rPr lang="en" sz="1000" dirty="0">
                <a:solidFill>
                  <a:srgbClr val="FFFFFF"/>
                </a:solidFill>
                <a:latin typeface="Tajawal"/>
                <a:ea typeface="Tajawal"/>
                <a:cs typeface="Tajawal"/>
              </a:rPr>
              <a:t>5</a:t>
            </a:r>
            <a:endParaRPr lang="en" sz="1000" b="0" i="0" u="none" strike="noStrike" cap="none" dirty="0">
              <a:solidFill>
                <a:srgbClr val="FFFFFF"/>
              </a:solidFill>
              <a:latin typeface="Tajawal"/>
              <a:ea typeface="Tajawal"/>
              <a:cs typeface="Tajawal"/>
            </a:endParaRPr>
          </a:p>
        </p:txBody>
      </p:sp>
      <p:sp>
        <p:nvSpPr>
          <p:cNvPr id="148" name="Google Shape;148;g3fa33d35305_0_180"/>
          <p:cNvSpPr txBox="1"/>
          <p:nvPr/>
        </p:nvSpPr>
        <p:spPr>
          <a:xfrm>
            <a:off x="3317215" y="1632204"/>
            <a:ext cx="8985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ajawal"/>
              <a:buNone/>
            </a:pPr>
            <a:r>
              <a:rPr lang="en" sz="1000" dirty="0">
                <a:solidFill>
                  <a:schemeClr val="lt1"/>
                </a:solidFill>
                <a:latin typeface="Tajawal"/>
                <a:ea typeface="Tajawal"/>
                <a:cs typeface="Tajawal"/>
              </a:rPr>
              <a:t>5</a:t>
            </a:r>
          </a:p>
        </p:txBody>
      </p:sp>
      <p:sp>
        <p:nvSpPr>
          <p:cNvPr id="149" name="Google Shape;149;g3fa33d35305_0_180"/>
          <p:cNvSpPr txBox="1"/>
          <p:nvPr/>
        </p:nvSpPr>
        <p:spPr>
          <a:xfrm>
            <a:off x="2117065" y="1632204"/>
            <a:ext cx="10356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ajawal"/>
              <a:buNone/>
            </a:pPr>
            <a:r>
              <a:rPr lang="en" sz="1000" dirty="0">
                <a:solidFill>
                  <a:schemeClr val="lt1"/>
                </a:solidFill>
                <a:latin typeface="Tajawal"/>
                <a:ea typeface="Tajawal"/>
                <a:cs typeface="Tajawal"/>
              </a:rPr>
              <a:t>5</a:t>
            </a:r>
            <a:endParaRPr lang="en" sz="1000" b="0" i="0" u="none" strike="noStrike" cap="none" dirty="0">
              <a:solidFill>
                <a:schemeClr val="lt1"/>
              </a:solidFill>
              <a:latin typeface="Tajawal"/>
              <a:ea typeface="Tajawal"/>
              <a:cs typeface="Tajawal"/>
            </a:endParaRPr>
          </a:p>
        </p:txBody>
      </p:sp>
      <p:sp>
        <p:nvSpPr>
          <p:cNvPr id="150" name="Google Shape;150;g3fa33d35305_0_180"/>
          <p:cNvSpPr txBox="1"/>
          <p:nvPr/>
        </p:nvSpPr>
        <p:spPr>
          <a:xfrm>
            <a:off x="1054075" y="1632204"/>
            <a:ext cx="8985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ajawal"/>
              <a:buNone/>
            </a:pPr>
            <a:r>
              <a:rPr lang="en" sz="1000" dirty="0">
                <a:solidFill>
                  <a:schemeClr val="lt1"/>
                </a:solidFill>
                <a:latin typeface="Tajawal"/>
                <a:ea typeface="Tajawal"/>
                <a:cs typeface="Tajawal"/>
              </a:rPr>
              <a:t>5</a:t>
            </a:r>
          </a:p>
        </p:txBody>
      </p:sp>
      <p:sp>
        <p:nvSpPr>
          <p:cNvPr id="151" name="Google Shape;151;g3fa33d35305_0_180"/>
          <p:cNvSpPr txBox="1"/>
          <p:nvPr/>
        </p:nvSpPr>
        <p:spPr>
          <a:xfrm>
            <a:off x="333985" y="1632204"/>
            <a:ext cx="5556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ajawal"/>
              <a:buNone/>
            </a:pPr>
            <a:r>
              <a:rPr lang="en" sz="1000" dirty="0">
                <a:solidFill>
                  <a:schemeClr val="lt1"/>
                </a:solidFill>
                <a:latin typeface="Tajawal"/>
                <a:ea typeface="Tajawal"/>
                <a:cs typeface="Tajawal"/>
                <a:sym typeface="Tajawal"/>
              </a:rPr>
              <a:t>20</a:t>
            </a:r>
            <a:endParaRPr lang="en" sz="1000" dirty="0">
              <a:solidFill>
                <a:schemeClr val="lt1"/>
              </a:solidFill>
              <a:latin typeface="Tajawal"/>
              <a:ea typeface="Tajawal"/>
              <a:cs typeface="Tajawal"/>
            </a:endParaRPr>
          </a:p>
        </p:txBody>
      </p:sp>
      <p:sp>
        <p:nvSpPr>
          <p:cNvPr id="152" name="Google Shape;152;g3fa33d35305_0_180"/>
          <p:cNvSpPr/>
          <p:nvPr/>
        </p:nvSpPr>
        <p:spPr>
          <a:xfrm>
            <a:off x="457429" y="2180844"/>
            <a:ext cx="8229600" cy="493800"/>
          </a:xfrm>
          <a:prstGeom prst="roundRect">
            <a:avLst>
              <a:gd name="adj" fmla="val 4167"/>
            </a:avLst>
          </a:prstGeom>
          <a:solidFill>
            <a:srgbClr val="070C11"/>
          </a:solidFill>
          <a:ln w="9525" cap="flat" cmpd="sng">
            <a:solidFill>
              <a:srgbClr val="1E2C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g3fa33d35305_0_180"/>
          <p:cNvSpPr txBox="1"/>
          <p:nvPr/>
        </p:nvSpPr>
        <p:spPr>
          <a:xfrm>
            <a:off x="5443195" y="2180844"/>
            <a:ext cx="31614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r" rtl="1">
              <a:buClr>
                <a:schemeClr val="lt1"/>
              </a:buClr>
              <a:buSzPts val="900"/>
              <a:buFont typeface="Tajawal"/>
            </a:pPr>
            <a:r>
              <a:rPr lang="en" sz="1000" b="1" dirty="0" err="1">
                <a:solidFill>
                  <a:schemeClr val="lt1"/>
                </a:solidFill>
                <a:latin typeface="Tajawal"/>
                <a:ea typeface="Tajawal"/>
                <a:cs typeface="Tajawal"/>
                <a:sym typeface="Tajawal"/>
              </a:rPr>
              <a:t>الطمأنينة</a:t>
            </a:r>
            <a:r>
              <a:rPr lang="en" sz="1000" b="1" dirty="0">
                <a:solidFill>
                  <a:schemeClr val="lt1"/>
                </a:solidFill>
                <a:latin typeface="Tajawal"/>
                <a:ea typeface="Tajawal"/>
                <a:cs typeface="Tajawal"/>
                <a:sym typeface="Tajawal"/>
              </a:rPr>
              <a:t>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ea typeface="Tajawal"/>
                <a:cs typeface="Tajawal"/>
                <a:sym typeface="Tajawal"/>
              </a:rPr>
              <a:t>الزائفة</a:t>
            </a:r>
            <a:r>
              <a:rPr lang="en" sz="1000" b="1" dirty="0">
                <a:solidFill>
                  <a:schemeClr val="lt1"/>
                </a:solidFill>
                <a:latin typeface="Tajawal"/>
                <a:ea typeface="Tajawal"/>
                <a:cs typeface="Tajawal"/>
                <a:sym typeface="Tajawal"/>
              </a:rPr>
              <a:t>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ea typeface="Tajawal"/>
                <a:cs typeface="Tajawal"/>
                <a:sym typeface="Tajawal"/>
              </a:rPr>
              <a:t>بسبب</a:t>
            </a:r>
            <a:r>
              <a:rPr lang="en" sz="1000" b="1" dirty="0">
                <a:solidFill>
                  <a:schemeClr val="lt1"/>
                </a:solidFill>
                <a:latin typeface="Tajawal"/>
                <a:ea typeface="Tajawal"/>
                <a:cs typeface="Tajawal"/>
                <a:sym typeface="Tajawal"/>
              </a:rPr>
              <a:t>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ea typeface="Tajawal"/>
                <a:cs typeface="Tajawal"/>
                <a:sym typeface="Tajawal"/>
              </a:rPr>
              <a:t>تقييم</a:t>
            </a:r>
            <a:r>
              <a:rPr lang="en" sz="1000" b="1" dirty="0">
                <a:solidFill>
                  <a:schemeClr val="lt1"/>
                </a:solidFill>
                <a:latin typeface="Tajawal"/>
                <a:ea typeface="Tajawal"/>
                <a:cs typeface="Tajawal"/>
                <a:sym typeface="Tajawal"/>
              </a:rPr>
              <a:t>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ea typeface="Tajawal"/>
                <a:cs typeface="Tajawal"/>
                <a:sym typeface="Tajawal"/>
              </a:rPr>
              <a:t>غير</a:t>
            </a:r>
            <a:r>
              <a:rPr lang="en" sz="1000" b="1" dirty="0">
                <a:solidFill>
                  <a:schemeClr val="lt1"/>
                </a:solidFill>
                <a:latin typeface="Tajawal"/>
                <a:ea typeface="Tajawal"/>
                <a:cs typeface="Tajawal"/>
                <a:sym typeface="Tajawal"/>
              </a:rPr>
              <a:t>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ea typeface="Tajawal"/>
                <a:cs typeface="Tajawal"/>
                <a:sym typeface="Tajawal"/>
              </a:rPr>
              <a:t>موثوق</a:t>
            </a:r>
            <a:r>
              <a:rPr lang="en" sz="1000" b="1" dirty="0">
                <a:solidFill>
                  <a:schemeClr val="lt1"/>
                </a:solidFill>
                <a:latin typeface="Tajawal"/>
                <a:ea typeface="Tajawal"/>
                <a:cs typeface="Tajawal"/>
                <a:sym typeface="Tajawal"/>
              </a:rPr>
              <a:t>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ea typeface="Tajawal"/>
                <a:cs typeface="Tajawal"/>
                <a:sym typeface="Tajawal"/>
              </a:rPr>
              <a:t>أو</a:t>
            </a:r>
            <a:r>
              <a:rPr lang="en" sz="1000" b="1" dirty="0">
                <a:solidFill>
                  <a:schemeClr val="lt1"/>
                </a:solidFill>
                <a:latin typeface="Tajawal"/>
                <a:ea typeface="Tajawal"/>
                <a:cs typeface="Tajawal"/>
                <a:sym typeface="Tajawal"/>
              </a:rPr>
              <a:t>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ea typeface="Tajawal"/>
                <a:cs typeface="Tajawal"/>
                <a:sym typeface="Tajawal"/>
              </a:rPr>
              <a:t>معلومات</a:t>
            </a:r>
            <a:r>
              <a:rPr lang="en" sz="1000" b="1" dirty="0">
                <a:solidFill>
                  <a:schemeClr val="lt1"/>
                </a:solidFill>
                <a:latin typeface="Tajawal"/>
                <a:ea typeface="Tajawal"/>
                <a:cs typeface="Tajawal"/>
                <a:sym typeface="Tajawal"/>
              </a:rPr>
              <a:t>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ea typeface="Tajawal"/>
                <a:cs typeface="Tajawal"/>
                <a:sym typeface="Tajawal"/>
              </a:rPr>
              <a:t>ناقصة</a:t>
            </a:r>
            <a:endParaRPr lang="en-US" sz="1000" dirty="0" err="1">
              <a:solidFill>
                <a:schemeClr val="lt1"/>
              </a:solidFill>
              <a:latin typeface="Tajawal"/>
              <a:ea typeface="Tajawal"/>
              <a:cs typeface="Tajawal"/>
            </a:endParaRPr>
          </a:p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4CDD5"/>
              </a:buClr>
              <a:buSzPts val="900"/>
              <a:buFont typeface="Tajawal"/>
              <a:buNone/>
            </a:pPr>
            <a:endParaRPr sz="1000" b="1">
              <a:solidFill>
                <a:srgbClr val="C4CDD5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54" name="Google Shape;154;g3fa33d35305_0_180"/>
          <p:cNvSpPr txBox="1"/>
          <p:nvPr/>
        </p:nvSpPr>
        <p:spPr>
          <a:xfrm>
            <a:off x="4380205" y="2180844"/>
            <a:ext cx="8985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4CDD5"/>
              </a:buClr>
              <a:buSzPts val="1000"/>
              <a:buFont typeface="Tajawal"/>
              <a:buNone/>
            </a:pP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55" name="Google Shape;155;g3fa33d35305_0_180"/>
          <p:cNvSpPr txBox="1"/>
          <p:nvPr/>
        </p:nvSpPr>
        <p:spPr>
          <a:xfrm>
            <a:off x="3317215" y="2180844"/>
            <a:ext cx="8985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4CDD5"/>
              </a:buClr>
              <a:buSzPts val="1000"/>
              <a:buFont typeface="Tajawal"/>
              <a:buNone/>
            </a:pP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56" name="Google Shape;156;g3fa33d35305_0_180"/>
          <p:cNvSpPr txBox="1"/>
          <p:nvPr/>
        </p:nvSpPr>
        <p:spPr>
          <a:xfrm>
            <a:off x="2117065" y="2180844"/>
            <a:ext cx="10356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4CDD5"/>
              </a:buClr>
              <a:buSzPts val="1000"/>
              <a:buFont typeface="Tajawal"/>
              <a:buNone/>
            </a:pP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57" name="Google Shape;157;g3fa33d35305_0_180"/>
          <p:cNvSpPr txBox="1"/>
          <p:nvPr/>
        </p:nvSpPr>
        <p:spPr>
          <a:xfrm>
            <a:off x="1054075" y="2180844"/>
            <a:ext cx="8985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4CDD5"/>
              </a:buClr>
              <a:buSzPts val="1000"/>
              <a:buFont typeface="Tajawal"/>
              <a:buNone/>
            </a:pP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58" name="Google Shape;158;g3fa33d35305_0_180"/>
          <p:cNvSpPr txBox="1"/>
          <p:nvPr/>
        </p:nvSpPr>
        <p:spPr>
          <a:xfrm>
            <a:off x="333985" y="2180844"/>
            <a:ext cx="5556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ajawal"/>
              <a:buNone/>
            </a:pPr>
            <a:endParaRPr sz="11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59" name="Google Shape;159;g3fa33d35305_0_180"/>
          <p:cNvSpPr/>
          <p:nvPr/>
        </p:nvSpPr>
        <p:spPr>
          <a:xfrm>
            <a:off x="457429" y="2729484"/>
            <a:ext cx="8229600" cy="493800"/>
          </a:xfrm>
          <a:prstGeom prst="roundRect">
            <a:avLst>
              <a:gd name="adj" fmla="val 4167"/>
            </a:avLst>
          </a:prstGeom>
          <a:solidFill>
            <a:srgbClr val="0B1219"/>
          </a:solidFill>
          <a:ln w="9525" cap="flat" cmpd="sng">
            <a:solidFill>
              <a:srgbClr val="1E2C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g3fa33d35305_0_180"/>
          <p:cNvSpPr txBox="1"/>
          <p:nvPr/>
        </p:nvSpPr>
        <p:spPr>
          <a:xfrm>
            <a:off x="5443195" y="2729484"/>
            <a:ext cx="31614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r" rtl="1">
              <a:buClr>
                <a:schemeClr val="lt1"/>
              </a:buClr>
              <a:buSzPts val="900"/>
              <a:buFont typeface="Tajawal"/>
            </a:pPr>
            <a:r>
              <a:rPr lang="en" sz="1000" b="1" dirty="0" err="1">
                <a:solidFill>
                  <a:schemeClr val="lt1"/>
                </a:solidFill>
                <a:latin typeface="Tajawal"/>
                <a:ea typeface="Tajawal"/>
                <a:cs typeface="Tajawal"/>
              </a:rPr>
              <a:t>الحاجة</a:t>
            </a:r>
            <a:r>
              <a:rPr lang="en" sz="1000" b="1" dirty="0">
                <a:solidFill>
                  <a:schemeClr val="lt1"/>
                </a:solidFill>
                <a:latin typeface="Tajawal"/>
                <a:ea typeface="Tajawal"/>
                <a:cs typeface="Tajawal"/>
              </a:rPr>
              <a:t>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ea typeface="Tajawal"/>
                <a:cs typeface="Tajawal"/>
              </a:rPr>
              <a:t>لجمع</a:t>
            </a:r>
            <a:r>
              <a:rPr lang="en" sz="1000" b="1" dirty="0">
                <a:solidFill>
                  <a:schemeClr val="lt1"/>
                </a:solidFill>
                <a:latin typeface="Tajawal"/>
                <a:ea typeface="Tajawal"/>
                <a:cs typeface="Tajawal"/>
              </a:rPr>
              <a:t>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ea typeface="Tajawal"/>
                <a:cs typeface="Tajawal"/>
              </a:rPr>
              <a:t>معلومات</a:t>
            </a:r>
            <a:r>
              <a:rPr lang="en" sz="1000" b="1" dirty="0">
                <a:solidFill>
                  <a:schemeClr val="lt1"/>
                </a:solidFill>
                <a:latin typeface="Tajawal"/>
                <a:ea typeface="Tajawal"/>
                <a:cs typeface="Tajawal"/>
              </a:rPr>
              <a:t>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ea typeface="Tajawal"/>
                <a:cs typeface="Tajawal"/>
              </a:rPr>
              <a:t>المريضة</a:t>
            </a:r>
            <a:r>
              <a:rPr lang="en" sz="1000" b="1" dirty="0">
                <a:solidFill>
                  <a:schemeClr val="lt1"/>
                </a:solidFill>
                <a:latin typeface="Tajawal"/>
                <a:ea typeface="Tajawal"/>
                <a:cs typeface="Tajawal"/>
              </a:rPr>
              <a:t>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ea typeface="Tajawal"/>
                <a:cs typeface="Tajawal"/>
              </a:rPr>
              <a:t>من</a:t>
            </a:r>
            <a:r>
              <a:rPr lang="en" sz="1000" b="1" dirty="0">
                <a:solidFill>
                  <a:schemeClr val="lt1"/>
                </a:solidFill>
                <a:latin typeface="Tajawal"/>
                <a:ea typeface="Tajawal"/>
                <a:cs typeface="Tajawal"/>
              </a:rPr>
              <a:t>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ea typeface="Tajawal"/>
                <a:cs typeface="Tajawal"/>
              </a:rPr>
              <a:t>البداية</a:t>
            </a:r>
            <a:r>
              <a:rPr lang="en" sz="1000" b="1" dirty="0">
                <a:solidFill>
                  <a:schemeClr val="lt1"/>
                </a:solidFill>
                <a:latin typeface="Tajawal"/>
                <a:ea typeface="Tajawal"/>
                <a:cs typeface="Tajawal"/>
              </a:rPr>
              <a:t>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ea typeface="Tajawal"/>
                <a:cs typeface="Tajawal"/>
              </a:rPr>
              <a:t>خلال</a:t>
            </a:r>
            <a:r>
              <a:rPr lang="en" sz="1000" b="1" dirty="0">
                <a:solidFill>
                  <a:schemeClr val="lt1"/>
                </a:solidFill>
                <a:latin typeface="Tajawal"/>
                <a:ea typeface="Tajawal"/>
                <a:cs typeface="Tajawal"/>
              </a:rPr>
              <a:t>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ea typeface="Tajawal"/>
                <a:cs typeface="Tajawal"/>
              </a:rPr>
              <a:t>الموعد</a:t>
            </a:r>
          </a:p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4CDD5"/>
              </a:buClr>
              <a:buSzPts val="900"/>
              <a:buFont typeface="Tajawal"/>
              <a:buNone/>
            </a:pPr>
            <a:endParaRPr sz="1000" b="1">
              <a:solidFill>
                <a:srgbClr val="C4CDD5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61" name="Google Shape;161;g3fa33d35305_0_180"/>
          <p:cNvSpPr txBox="1"/>
          <p:nvPr/>
        </p:nvSpPr>
        <p:spPr>
          <a:xfrm>
            <a:off x="4380205" y="2729484"/>
            <a:ext cx="8985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4CDD5"/>
              </a:buClr>
              <a:buSzPts val="1000"/>
              <a:buFont typeface="Tajawal"/>
              <a:buNone/>
            </a:pP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62" name="Google Shape;162;g3fa33d35305_0_180"/>
          <p:cNvSpPr txBox="1"/>
          <p:nvPr/>
        </p:nvSpPr>
        <p:spPr>
          <a:xfrm>
            <a:off x="3317215" y="2729484"/>
            <a:ext cx="8985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4CDD5"/>
              </a:buClr>
              <a:buSzPts val="1000"/>
              <a:buFont typeface="Tajawal"/>
              <a:buNone/>
            </a:pP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63" name="Google Shape;163;g3fa33d35305_0_180"/>
          <p:cNvSpPr txBox="1"/>
          <p:nvPr/>
        </p:nvSpPr>
        <p:spPr>
          <a:xfrm>
            <a:off x="2117065" y="2729484"/>
            <a:ext cx="10356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4CDD5"/>
              </a:buClr>
              <a:buSzPts val="1000"/>
              <a:buFont typeface="Tajawal"/>
              <a:buNone/>
            </a:pP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64" name="Google Shape;164;g3fa33d35305_0_180"/>
          <p:cNvSpPr txBox="1"/>
          <p:nvPr/>
        </p:nvSpPr>
        <p:spPr>
          <a:xfrm>
            <a:off x="1054075" y="2729484"/>
            <a:ext cx="8985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4CDD5"/>
              </a:buClr>
              <a:buSzPts val="1000"/>
              <a:buFont typeface="Tajawal"/>
              <a:buNone/>
            </a:pP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65" name="Google Shape;165;g3fa33d35305_0_180"/>
          <p:cNvSpPr txBox="1"/>
          <p:nvPr/>
        </p:nvSpPr>
        <p:spPr>
          <a:xfrm>
            <a:off x="333985" y="2729484"/>
            <a:ext cx="5556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ajawal"/>
              <a:buNone/>
            </a:pPr>
            <a:endParaRPr sz="11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66" name="Google Shape;166;g3fa33d35305_0_180"/>
          <p:cNvSpPr/>
          <p:nvPr/>
        </p:nvSpPr>
        <p:spPr>
          <a:xfrm>
            <a:off x="457429" y="3360420"/>
            <a:ext cx="8229600" cy="788700"/>
          </a:xfrm>
          <a:prstGeom prst="roundRect">
            <a:avLst>
              <a:gd name="adj" fmla="val 2609"/>
            </a:avLst>
          </a:prstGeom>
          <a:solidFill>
            <a:srgbClr val="0B1219"/>
          </a:solidFill>
          <a:ln w="9525" cap="flat" cmpd="sng">
            <a:solidFill>
              <a:srgbClr val="AEDB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g3fa33d35305_0_180"/>
          <p:cNvSpPr txBox="1"/>
          <p:nvPr/>
        </p:nvSpPr>
        <p:spPr>
          <a:xfrm>
            <a:off x="7589749" y="3456432"/>
            <a:ext cx="891600" cy="2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DB0B"/>
              </a:buClr>
              <a:buSzPts val="1100"/>
              <a:buFont typeface="Tajawal"/>
              <a:buNone/>
            </a:pPr>
            <a:r>
              <a:rPr lang="en" sz="1100" b="1" i="0" u="none" strike="noStrike" cap="none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القرار</a:t>
            </a:r>
            <a:endParaRPr sz="11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68" name="Google Shape;168;g3fa33d35305_0_180"/>
          <p:cNvSpPr txBox="1"/>
          <p:nvPr/>
        </p:nvSpPr>
        <p:spPr>
          <a:xfrm>
            <a:off x="676885" y="3470148"/>
            <a:ext cx="6789300" cy="5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lang="en" sz="1000" dirty="0" err="1">
                <a:solidFill>
                  <a:srgbClr val="FFFFFF"/>
                </a:solidFill>
                <a:latin typeface="Tajawal"/>
                <a:cs typeface="Tajawal"/>
              </a:rPr>
              <a:t>نركز</a:t>
            </a:r>
            <a:r>
              <a:rPr lang="en" sz="1000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rgbClr val="FFFFFF"/>
                </a:solidFill>
                <a:latin typeface="Tajawal"/>
                <a:cs typeface="Tajawal"/>
              </a:rPr>
              <a:t>على</a:t>
            </a:r>
            <a:r>
              <a:rPr lang="en" sz="1000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rgbClr val="FFFFFF"/>
                </a:solidFill>
                <a:latin typeface="Tajawal"/>
                <a:cs typeface="Tajawal"/>
              </a:rPr>
              <a:t>دعم</a:t>
            </a:r>
            <a:r>
              <a:rPr lang="en" sz="1000" dirty="0">
                <a:solidFill>
                  <a:srgbClr val="FFFFFF"/>
                </a:solidFill>
                <a:latin typeface="Tajawal"/>
                <a:cs typeface="Tajawal"/>
              </a:rPr>
              <a:t> الاكتشاف المبكر دون إعطاء طمأنينة زائفة </a:t>
            </a:r>
            <a:r>
              <a:rPr lang="en" sz="1000" dirty="0" err="1">
                <a:solidFill>
                  <a:srgbClr val="FFFFFF"/>
                </a:solidFill>
                <a:latin typeface="Tajawal"/>
                <a:cs typeface="Tajawal"/>
              </a:rPr>
              <a:t>عند</a:t>
            </a:r>
            <a:r>
              <a:rPr lang="en" sz="1000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rgbClr val="FFFFFF"/>
                </a:solidFill>
                <a:latin typeface="Tajawal"/>
                <a:cs typeface="Tajawal"/>
              </a:rPr>
              <a:t>نقص</a:t>
            </a:r>
            <a:r>
              <a:rPr lang="en" sz="1000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rgbClr val="FFFFFF"/>
                </a:solidFill>
                <a:latin typeface="Tajawal"/>
                <a:cs typeface="Tajawal"/>
              </a:rPr>
              <a:t>المعلومات</a:t>
            </a:r>
            <a:r>
              <a:rPr lang="en" sz="1000" dirty="0">
                <a:solidFill>
                  <a:srgbClr val="FFFFFF"/>
                </a:solidFill>
                <a:latin typeface="Tajawal"/>
                <a:cs typeface="Tajawal"/>
              </a:rPr>
              <a:t>.</a:t>
            </a:r>
            <a:endParaRPr lang="en-US" dirty="0"/>
          </a:p>
        </p:txBody>
      </p:sp>
      <p:sp>
        <p:nvSpPr>
          <p:cNvPr id="169" name="Google Shape;169;g3fa33d35305_0_180"/>
          <p:cNvSpPr/>
          <p:nvPr/>
        </p:nvSpPr>
        <p:spPr>
          <a:xfrm>
            <a:off x="457429" y="4539996"/>
            <a:ext cx="8229600" cy="288000"/>
          </a:xfrm>
          <a:prstGeom prst="roundRect">
            <a:avLst>
              <a:gd name="adj" fmla="val 9524"/>
            </a:avLst>
          </a:prstGeom>
          <a:solidFill>
            <a:srgbClr val="021B4E"/>
          </a:solidFill>
          <a:ln w="7150" cap="flat" cmpd="sng">
            <a:solidFill>
              <a:srgbClr val="00339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g3fa33d35305_0_180"/>
          <p:cNvSpPr txBox="1"/>
          <p:nvPr/>
        </p:nvSpPr>
        <p:spPr>
          <a:xfrm>
            <a:off x="834619" y="4539996"/>
            <a:ext cx="74751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Tajawal"/>
              <a:buNone/>
            </a:pPr>
            <a:r>
              <a:rPr lang="en" sz="1000" b="0" i="0" u="none" strike="noStrike" cap="none">
                <a:solidFill>
                  <a:srgbClr val="FFFFFF"/>
                </a:solidFill>
                <a:latin typeface="Tajawal"/>
                <a:ea typeface="Tajawal"/>
                <a:cs typeface="Tajawal"/>
                <a:sym typeface="Tajawal"/>
              </a:rPr>
              <a:t>تحدي الجامعات 2026  |  اليوم الأول — الجلسة 2: ورشة تحديد المشكلة</a:t>
            </a: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71" name="Google Shape;171;g3fa33d35305_0_180"/>
          <p:cNvSpPr txBox="1"/>
          <p:nvPr/>
        </p:nvSpPr>
        <p:spPr>
          <a:xfrm>
            <a:off x="539725" y="4539996"/>
            <a:ext cx="3429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DB0B"/>
              </a:buClr>
              <a:buSzPts val="800"/>
              <a:buFont typeface="Tajawal"/>
              <a:buNone/>
            </a:pPr>
            <a:r>
              <a:rPr lang="en" sz="1000" b="1" i="0" u="none" strike="noStrike" cap="none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9</a:t>
            </a: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2" name="Google Shape;147;g3fa33d35305_0_180">
            <a:extLst>
              <a:ext uri="{FF2B5EF4-FFF2-40B4-BE49-F238E27FC236}">
                <a16:creationId xmlns:a16="http://schemas.microsoft.com/office/drawing/2014/main" id="{C42C95EF-DE34-016F-49A9-1335409C1108}"/>
              </a:ext>
            </a:extLst>
          </p:cNvPr>
          <p:cNvSpPr txBox="1"/>
          <p:nvPr/>
        </p:nvSpPr>
        <p:spPr>
          <a:xfrm>
            <a:off x="4380205" y="2181438"/>
            <a:ext cx="8985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ajawal"/>
              <a:buNone/>
            </a:pPr>
            <a:r>
              <a:rPr lang="en" sz="1000" dirty="0">
                <a:solidFill>
                  <a:srgbClr val="FFFFFF"/>
                </a:solidFill>
                <a:latin typeface="Tajawal"/>
                <a:ea typeface="Tajawal"/>
                <a:cs typeface="Tajawal"/>
              </a:rPr>
              <a:t>4</a:t>
            </a:r>
            <a:endParaRPr lang="en" sz="1000" b="0" i="0" u="none" strike="noStrike" cap="none" dirty="0">
              <a:solidFill>
                <a:srgbClr val="FFFFFF"/>
              </a:solidFill>
              <a:latin typeface="Tajawal"/>
              <a:ea typeface="Tajawal"/>
              <a:cs typeface="Tajawal"/>
            </a:endParaRPr>
          </a:p>
        </p:txBody>
      </p:sp>
      <p:sp>
        <p:nvSpPr>
          <p:cNvPr id="3" name="Google Shape;147;g3fa33d35305_0_180">
            <a:extLst>
              <a:ext uri="{FF2B5EF4-FFF2-40B4-BE49-F238E27FC236}">
                <a16:creationId xmlns:a16="http://schemas.microsoft.com/office/drawing/2014/main" id="{C19517F1-E346-B6B6-8139-11832E1B0EEF}"/>
              </a:ext>
            </a:extLst>
          </p:cNvPr>
          <p:cNvSpPr txBox="1"/>
          <p:nvPr/>
        </p:nvSpPr>
        <p:spPr>
          <a:xfrm>
            <a:off x="4380204" y="2730671"/>
            <a:ext cx="8985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ajawal"/>
              <a:buNone/>
            </a:pPr>
            <a:r>
              <a:rPr lang="en" sz="1000" dirty="0">
                <a:solidFill>
                  <a:srgbClr val="FFFFFF"/>
                </a:solidFill>
                <a:latin typeface="Tajawal"/>
                <a:ea typeface="Tajawal"/>
                <a:cs typeface="Tajawal"/>
              </a:rPr>
              <a:t>4</a:t>
            </a:r>
            <a:endParaRPr lang="en" sz="1000" b="0" i="0" u="none" strike="noStrike" cap="none" dirty="0">
              <a:solidFill>
                <a:srgbClr val="FFFFFF"/>
              </a:solidFill>
              <a:latin typeface="Tajawal"/>
              <a:ea typeface="Tajawal"/>
              <a:cs typeface="Tajawal"/>
            </a:endParaRPr>
          </a:p>
        </p:txBody>
      </p:sp>
      <p:sp>
        <p:nvSpPr>
          <p:cNvPr id="4" name="Google Shape;147;g3fa33d35305_0_180">
            <a:extLst>
              <a:ext uri="{FF2B5EF4-FFF2-40B4-BE49-F238E27FC236}">
                <a16:creationId xmlns:a16="http://schemas.microsoft.com/office/drawing/2014/main" id="{7DB1DF07-4579-9CA6-986E-94E5C01DC943}"/>
              </a:ext>
            </a:extLst>
          </p:cNvPr>
          <p:cNvSpPr txBox="1"/>
          <p:nvPr/>
        </p:nvSpPr>
        <p:spPr>
          <a:xfrm>
            <a:off x="3318847" y="2181437"/>
            <a:ext cx="8985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ajawal"/>
              <a:buNone/>
            </a:pPr>
            <a:r>
              <a:rPr lang="en" sz="1000" dirty="0">
                <a:solidFill>
                  <a:srgbClr val="FFFFFF"/>
                </a:solidFill>
                <a:latin typeface="Tajawal"/>
                <a:ea typeface="Tajawal"/>
                <a:cs typeface="Tajawal"/>
                <a:sym typeface="Tajawal"/>
              </a:rPr>
              <a:t>5</a:t>
            </a:r>
            <a:endParaRPr lang="en" sz="1000" b="0" i="0" u="none" strike="noStrike" cap="none" dirty="0">
              <a:solidFill>
                <a:srgbClr val="FFFFFF"/>
              </a:solidFill>
              <a:latin typeface="Tajawal"/>
              <a:ea typeface="Tajawal"/>
              <a:cs typeface="Tajawal"/>
            </a:endParaRPr>
          </a:p>
        </p:txBody>
      </p:sp>
      <p:sp>
        <p:nvSpPr>
          <p:cNvPr id="5" name="Google Shape;147;g3fa33d35305_0_180">
            <a:extLst>
              <a:ext uri="{FF2B5EF4-FFF2-40B4-BE49-F238E27FC236}">
                <a16:creationId xmlns:a16="http://schemas.microsoft.com/office/drawing/2014/main" id="{891D77D2-EE2F-72BF-07FE-70A13BE8BAA2}"/>
              </a:ext>
            </a:extLst>
          </p:cNvPr>
          <p:cNvSpPr txBox="1"/>
          <p:nvPr/>
        </p:nvSpPr>
        <p:spPr>
          <a:xfrm>
            <a:off x="3318847" y="2730671"/>
            <a:ext cx="8985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ajawal"/>
              <a:buNone/>
            </a:pPr>
            <a:r>
              <a:rPr lang="en" sz="1000" dirty="0">
                <a:solidFill>
                  <a:srgbClr val="FFFFFF"/>
                </a:solidFill>
                <a:latin typeface="Tajawal"/>
                <a:ea typeface="Tajawal"/>
                <a:cs typeface="Tajawal"/>
              </a:rPr>
              <a:t>3</a:t>
            </a:r>
            <a:endParaRPr lang="en" sz="1000" b="0" i="0" u="none" strike="noStrike" cap="none" dirty="0">
              <a:solidFill>
                <a:srgbClr val="FFFFFF"/>
              </a:solidFill>
              <a:latin typeface="Tajawal"/>
              <a:ea typeface="Tajawal"/>
              <a:cs typeface="Tajawal"/>
            </a:endParaRPr>
          </a:p>
        </p:txBody>
      </p:sp>
      <p:sp>
        <p:nvSpPr>
          <p:cNvPr id="6" name="Google Shape;147;g3fa33d35305_0_180">
            <a:extLst>
              <a:ext uri="{FF2B5EF4-FFF2-40B4-BE49-F238E27FC236}">
                <a16:creationId xmlns:a16="http://schemas.microsoft.com/office/drawing/2014/main" id="{FB8F571E-BD1F-4229-3065-DA1EE18B7EE8}"/>
              </a:ext>
            </a:extLst>
          </p:cNvPr>
          <p:cNvSpPr txBox="1"/>
          <p:nvPr/>
        </p:nvSpPr>
        <p:spPr>
          <a:xfrm>
            <a:off x="2190692" y="2181437"/>
            <a:ext cx="8985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ajawal"/>
              <a:buNone/>
            </a:pPr>
            <a:r>
              <a:rPr lang="en" sz="1000" dirty="0">
                <a:solidFill>
                  <a:srgbClr val="FFFFFF"/>
                </a:solidFill>
                <a:latin typeface="Tajawal"/>
                <a:ea typeface="Tajawal"/>
                <a:cs typeface="Tajawal"/>
              </a:rPr>
              <a:t>5</a:t>
            </a:r>
            <a:endParaRPr lang="en" sz="1000" b="0" i="0" u="none" strike="noStrike" cap="none" dirty="0">
              <a:solidFill>
                <a:srgbClr val="FFFFFF"/>
              </a:solidFill>
              <a:latin typeface="Tajawal"/>
              <a:ea typeface="Tajawal"/>
              <a:cs typeface="Tajawal"/>
            </a:endParaRPr>
          </a:p>
        </p:txBody>
      </p:sp>
      <p:sp>
        <p:nvSpPr>
          <p:cNvPr id="7" name="Google Shape;147;g3fa33d35305_0_180">
            <a:extLst>
              <a:ext uri="{FF2B5EF4-FFF2-40B4-BE49-F238E27FC236}">
                <a16:creationId xmlns:a16="http://schemas.microsoft.com/office/drawing/2014/main" id="{CD2CB943-3492-AFF5-DBFF-E34364F734EF}"/>
              </a:ext>
            </a:extLst>
          </p:cNvPr>
          <p:cNvSpPr txBox="1"/>
          <p:nvPr/>
        </p:nvSpPr>
        <p:spPr>
          <a:xfrm>
            <a:off x="2190692" y="2730672"/>
            <a:ext cx="8985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ajawal"/>
              <a:buNone/>
            </a:pPr>
            <a:r>
              <a:rPr lang="en" sz="1000" dirty="0">
                <a:solidFill>
                  <a:srgbClr val="FFFFFF"/>
                </a:solidFill>
                <a:latin typeface="Tajawal"/>
                <a:ea typeface="Tajawal"/>
                <a:cs typeface="Tajawal"/>
              </a:rPr>
              <a:t>4</a:t>
            </a:r>
            <a:endParaRPr lang="en" sz="1000" b="0" i="0" u="none" strike="noStrike" cap="none" dirty="0">
              <a:solidFill>
                <a:srgbClr val="FFFFFF"/>
              </a:solidFill>
              <a:latin typeface="Tajawal"/>
              <a:ea typeface="Tajawal"/>
              <a:cs typeface="Tajawal"/>
            </a:endParaRPr>
          </a:p>
        </p:txBody>
      </p:sp>
      <p:sp>
        <p:nvSpPr>
          <p:cNvPr id="8" name="Google Shape;147;g3fa33d35305_0_180">
            <a:extLst>
              <a:ext uri="{FF2B5EF4-FFF2-40B4-BE49-F238E27FC236}">
                <a16:creationId xmlns:a16="http://schemas.microsoft.com/office/drawing/2014/main" id="{508FD147-66D5-0480-9227-181A18EC6F9D}"/>
              </a:ext>
            </a:extLst>
          </p:cNvPr>
          <p:cNvSpPr txBox="1"/>
          <p:nvPr/>
        </p:nvSpPr>
        <p:spPr>
          <a:xfrm>
            <a:off x="1055114" y="2181437"/>
            <a:ext cx="8985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ajawal"/>
              <a:buNone/>
            </a:pPr>
            <a:r>
              <a:rPr lang="en" sz="1000" dirty="0">
                <a:solidFill>
                  <a:srgbClr val="FFFFFF"/>
                </a:solidFill>
                <a:latin typeface="Tajawal"/>
                <a:ea typeface="Tajawal"/>
                <a:cs typeface="Tajawal"/>
              </a:rPr>
              <a:t>5</a:t>
            </a:r>
            <a:endParaRPr lang="en" sz="1000" b="0" i="0" u="none" strike="noStrike" cap="none" dirty="0">
              <a:solidFill>
                <a:srgbClr val="FFFFFF"/>
              </a:solidFill>
              <a:latin typeface="Tajawal"/>
              <a:ea typeface="Tajawal"/>
              <a:cs typeface="Tajawal"/>
            </a:endParaRPr>
          </a:p>
        </p:txBody>
      </p:sp>
      <p:sp>
        <p:nvSpPr>
          <p:cNvPr id="9" name="Google Shape;147;g3fa33d35305_0_180">
            <a:extLst>
              <a:ext uri="{FF2B5EF4-FFF2-40B4-BE49-F238E27FC236}">
                <a16:creationId xmlns:a16="http://schemas.microsoft.com/office/drawing/2014/main" id="{70B56C54-4D93-9C68-0396-F20B3F7469BD}"/>
              </a:ext>
            </a:extLst>
          </p:cNvPr>
          <p:cNvSpPr txBox="1"/>
          <p:nvPr/>
        </p:nvSpPr>
        <p:spPr>
          <a:xfrm>
            <a:off x="164464" y="2181437"/>
            <a:ext cx="8985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ajawal"/>
              <a:buNone/>
            </a:pPr>
            <a:r>
              <a:rPr lang="en" sz="1000" dirty="0">
                <a:solidFill>
                  <a:srgbClr val="FFFFFF"/>
                </a:solidFill>
                <a:latin typeface="Tajawal"/>
                <a:ea typeface="Tajawal"/>
                <a:cs typeface="Tajawal"/>
              </a:rPr>
              <a:t>19</a:t>
            </a:r>
            <a:endParaRPr lang="en" sz="1000" b="0" i="0" u="none" strike="noStrike" cap="none" dirty="0">
              <a:solidFill>
                <a:srgbClr val="FFFFFF"/>
              </a:solidFill>
              <a:latin typeface="Tajawal"/>
              <a:ea typeface="Tajawal"/>
              <a:cs typeface="Tajawal"/>
            </a:endParaRPr>
          </a:p>
        </p:txBody>
      </p:sp>
      <p:sp>
        <p:nvSpPr>
          <p:cNvPr id="10" name="Google Shape;147;g3fa33d35305_0_180">
            <a:extLst>
              <a:ext uri="{FF2B5EF4-FFF2-40B4-BE49-F238E27FC236}">
                <a16:creationId xmlns:a16="http://schemas.microsoft.com/office/drawing/2014/main" id="{BCFAFB2E-0009-BEE5-F11C-FB9A6037161C}"/>
              </a:ext>
            </a:extLst>
          </p:cNvPr>
          <p:cNvSpPr txBox="1"/>
          <p:nvPr/>
        </p:nvSpPr>
        <p:spPr>
          <a:xfrm>
            <a:off x="1055114" y="2730672"/>
            <a:ext cx="8985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ajawal"/>
              <a:buNone/>
            </a:pPr>
            <a:r>
              <a:rPr lang="en" sz="1000" dirty="0">
                <a:solidFill>
                  <a:srgbClr val="FFFFFF"/>
                </a:solidFill>
                <a:latin typeface="Tajawal"/>
                <a:ea typeface="Tajawal"/>
                <a:cs typeface="Tajawal"/>
              </a:rPr>
              <a:t>5</a:t>
            </a:r>
            <a:endParaRPr lang="en" sz="1000" b="0" i="0" u="none" strike="noStrike" cap="none" dirty="0">
              <a:solidFill>
                <a:srgbClr val="FFFFFF"/>
              </a:solidFill>
              <a:latin typeface="Tajawal"/>
              <a:ea typeface="Tajawal"/>
              <a:cs typeface="Tajawal"/>
            </a:endParaRPr>
          </a:p>
        </p:txBody>
      </p:sp>
      <p:sp>
        <p:nvSpPr>
          <p:cNvPr id="11" name="Google Shape;147;g3fa33d35305_0_180">
            <a:extLst>
              <a:ext uri="{FF2B5EF4-FFF2-40B4-BE49-F238E27FC236}">
                <a16:creationId xmlns:a16="http://schemas.microsoft.com/office/drawing/2014/main" id="{2950881E-83A7-07C2-5960-499D3B9A9E55}"/>
              </a:ext>
            </a:extLst>
          </p:cNvPr>
          <p:cNvSpPr txBox="1"/>
          <p:nvPr/>
        </p:nvSpPr>
        <p:spPr>
          <a:xfrm>
            <a:off x="246107" y="2730671"/>
            <a:ext cx="8985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ajawal"/>
              <a:buNone/>
            </a:pPr>
            <a:r>
              <a:rPr lang="en" sz="1000" dirty="0">
                <a:solidFill>
                  <a:srgbClr val="FFFFFF"/>
                </a:solidFill>
                <a:latin typeface="Tajawal"/>
                <a:ea typeface="Tajawal"/>
                <a:cs typeface="Tajawal"/>
              </a:rPr>
              <a:t>16</a:t>
            </a:r>
            <a:endParaRPr lang="en" sz="1000" b="0" i="0" u="none" strike="noStrike" cap="none" dirty="0">
              <a:solidFill>
                <a:srgbClr val="FFFFFF"/>
              </a:solidFill>
              <a:latin typeface="Tajawal"/>
              <a:ea typeface="Tajawal"/>
              <a:cs typeface="Tajawal"/>
            </a:endParaRPr>
          </a:p>
        </p:txBody>
      </p:sp>
    </p:spTree>
    <p:extLst>
      <p:ext uri="{BB962C8B-B14F-4D97-AF65-F5344CB8AC3E}">
        <p14:creationId xmlns:p14="http://schemas.microsoft.com/office/powerpoint/2010/main" val="26303825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g3fa33d35305_0_297" descr="/home/claude/w/assets/logo_dark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429" y="260604"/>
            <a:ext cx="891519" cy="30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g3fa33d35305_0_297"/>
          <p:cNvSpPr txBox="1"/>
          <p:nvPr/>
        </p:nvSpPr>
        <p:spPr>
          <a:xfrm>
            <a:off x="457429" y="651029"/>
            <a:ext cx="1371600" cy="1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DB0B"/>
              </a:buClr>
              <a:buSzPts val="600"/>
              <a:buFont typeface="Tajawal"/>
              <a:buNone/>
            </a:pPr>
            <a:r>
              <a:rPr lang="en" sz="1000" b="0" i="0" u="none" strike="noStrike" cap="none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تحدي الجامعات 2026</a:t>
            </a: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79" name="Google Shape;179;g3fa33d35305_0_297"/>
          <p:cNvSpPr txBox="1"/>
          <p:nvPr/>
        </p:nvSpPr>
        <p:spPr>
          <a:xfrm>
            <a:off x="2103349" y="246888"/>
            <a:ext cx="6583800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ajawal"/>
              <a:buNone/>
            </a:pPr>
            <a:r>
              <a:rPr lang="en" sz="2000" b="1" i="0" u="none" strike="noStrike" cap="none">
                <a:solidFill>
                  <a:srgbClr val="FFFFFF"/>
                </a:solidFill>
                <a:latin typeface="Tajawal"/>
                <a:ea typeface="Tajawal"/>
                <a:cs typeface="Tajawal"/>
                <a:sym typeface="Tajawal"/>
              </a:rPr>
              <a:t>بطاقة العميل المستهدف</a:t>
            </a:r>
            <a:endParaRPr sz="2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80" name="Google Shape;180;g3fa33d35305_0_297"/>
          <p:cNvSpPr txBox="1"/>
          <p:nvPr/>
        </p:nvSpPr>
        <p:spPr>
          <a:xfrm>
            <a:off x="2103349" y="678942"/>
            <a:ext cx="6583800" cy="2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DB0B"/>
              </a:buClr>
              <a:buSzPts val="900"/>
              <a:buFont typeface="Tajawal"/>
              <a:buNone/>
            </a:pPr>
            <a:r>
              <a:rPr lang="en" sz="1000" i="1" dirty="0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ا</a:t>
            </a:r>
            <a:endParaRPr lang="en" sz="1000" b="0" i="1" u="none" strike="noStrike" cap="none" dirty="0">
              <a:solidFill>
                <a:srgbClr val="AEDB0B"/>
              </a:solidFill>
              <a:latin typeface="Tajawal"/>
              <a:ea typeface="Tajawal"/>
              <a:cs typeface="Tajawal"/>
            </a:endParaRPr>
          </a:p>
        </p:txBody>
      </p:sp>
      <p:cxnSp>
        <p:nvCxnSpPr>
          <p:cNvPr id="181" name="Google Shape;181;g3fa33d35305_0_297"/>
          <p:cNvCxnSpPr/>
          <p:nvPr/>
        </p:nvCxnSpPr>
        <p:spPr>
          <a:xfrm>
            <a:off x="457429" y="966978"/>
            <a:ext cx="8229600" cy="0"/>
          </a:xfrm>
          <a:prstGeom prst="straightConnector1">
            <a:avLst/>
          </a:prstGeom>
          <a:noFill/>
          <a:ln w="9525" cap="flat" cmpd="sng">
            <a:solidFill>
              <a:srgbClr val="AEDB0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2" name="Google Shape;182;g3fa33d35305_0_297"/>
          <p:cNvSpPr/>
          <p:nvPr/>
        </p:nvSpPr>
        <p:spPr>
          <a:xfrm>
            <a:off x="6044413" y="1179576"/>
            <a:ext cx="2642700" cy="1302900"/>
          </a:xfrm>
          <a:prstGeom prst="roundRect">
            <a:avLst>
              <a:gd name="adj" fmla="val 1579"/>
            </a:avLst>
          </a:prstGeom>
          <a:solidFill>
            <a:srgbClr val="0B1219"/>
          </a:solidFill>
          <a:ln w="9525" cap="flat" cmpd="sng">
            <a:solidFill>
              <a:srgbClr val="1E2C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g3fa33d35305_0_297"/>
          <p:cNvSpPr txBox="1"/>
          <p:nvPr/>
        </p:nvSpPr>
        <p:spPr>
          <a:xfrm>
            <a:off x="6195289" y="1316736"/>
            <a:ext cx="2340900" cy="2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E5F8"/>
              </a:buClr>
              <a:buSzPts val="1000"/>
              <a:buFont typeface="Tajawal"/>
              <a:buNone/>
            </a:pPr>
            <a:r>
              <a:rPr lang="en" sz="1000" b="1" i="0" u="none" strike="noStrike" cap="none">
                <a:solidFill>
                  <a:srgbClr val="12E5F8"/>
                </a:solidFill>
                <a:latin typeface="Tajawal"/>
                <a:ea typeface="Tajawal"/>
                <a:cs typeface="Tajawal"/>
                <a:sym typeface="Tajawal"/>
              </a:rPr>
              <a:t>الاسم والوصف</a:t>
            </a: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cxnSp>
        <p:nvCxnSpPr>
          <p:cNvPr id="184" name="Google Shape;184;g3fa33d35305_0_297"/>
          <p:cNvCxnSpPr/>
          <p:nvPr/>
        </p:nvCxnSpPr>
        <p:spPr>
          <a:xfrm>
            <a:off x="6195289" y="1604772"/>
            <a:ext cx="2340900" cy="0"/>
          </a:xfrm>
          <a:prstGeom prst="straightConnector1">
            <a:avLst/>
          </a:prstGeom>
          <a:noFill/>
          <a:ln w="9525" cap="flat" cmpd="sng">
            <a:solidFill>
              <a:srgbClr val="1E2C3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5" name="Google Shape;185;g3fa33d35305_0_297"/>
          <p:cNvSpPr txBox="1"/>
          <p:nvPr/>
        </p:nvSpPr>
        <p:spPr>
          <a:xfrm>
            <a:off x="6195289" y="1687068"/>
            <a:ext cx="23409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lang="en" sz="1000" dirty="0">
                <a:solidFill>
                  <a:srgbClr val="FFFFFF"/>
                </a:solidFill>
                <a:latin typeface="Tajawal"/>
                <a:cs typeface="Tajawal"/>
              </a:rPr>
              <a:t>د. </a:t>
            </a:r>
            <a:r>
              <a:rPr lang="en" sz="1000" dirty="0" err="1">
                <a:solidFill>
                  <a:srgbClr val="FFFFFF"/>
                </a:solidFill>
                <a:latin typeface="Tajawal"/>
                <a:cs typeface="Tajawal"/>
              </a:rPr>
              <a:t>رانيا</a:t>
            </a:r>
            <a:r>
              <a:rPr lang="en" sz="1000" dirty="0">
                <a:solidFill>
                  <a:srgbClr val="FFFFFF"/>
                </a:solidFill>
                <a:latin typeface="Tajawal"/>
                <a:cs typeface="Tajawal"/>
              </a:rPr>
              <a:t>، </a:t>
            </a:r>
            <a:r>
              <a:rPr lang="en" sz="1000" dirty="0" err="1">
                <a:solidFill>
                  <a:srgbClr val="FFFFFF"/>
                </a:solidFill>
                <a:latin typeface="Tajawal"/>
                <a:cs typeface="Tajawal"/>
              </a:rPr>
              <a:t>طبيبة</a:t>
            </a:r>
            <a:r>
              <a:rPr lang="en" sz="1000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rgbClr val="FFFFFF"/>
                </a:solidFill>
                <a:latin typeface="Tajawal"/>
                <a:cs typeface="Tajawal"/>
              </a:rPr>
              <a:t>نساء</a:t>
            </a:r>
            <a:r>
              <a:rPr lang="en" sz="1000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rgbClr val="FFFFFF"/>
                </a:solidFill>
                <a:latin typeface="Tajawal"/>
                <a:cs typeface="Tajawal"/>
              </a:rPr>
              <a:t>وولادة</a:t>
            </a:r>
            <a:r>
              <a:rPr lang="en" sz="1000" dirty="0">
                <a:solidFill>
                  <a:srgbClr val="FFFFFF"/>
                </a:solidFill>
                <a:latin typeface="Tajawal"/>
                <a:cs typeface="Tajawal"/>
              </a:rPr>
              <a:t>، 12 </a:t>
            </a:r>
            <a:r>
              <a:rPr lang="en" sz="1000" dirty="0" err="1">
                <a:solidFill>
                  <a:srgbClr val="FFFFFF"/>
                </a:solidFill>
                <a:latin typeface="Tajawal"/>
                <a:cs typeface="Tajawal"/>
              </a:rPr>
              <a:t>سنة</a:t>
            </a:r>
            <a:r>
              <a:rPr lang="en" sz="1000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rgbClr val="FFFFFF"/>
                </a:solidFill>
                <a:latin typeface="Tajawal"/>
                <a:cs typeface="Tajawal"/>
              </a:rPr>
              <a:t>خبرة</a:t>
            </a:r>
            <a:r>
              <a:rPr lang="en" sz="1000" dirty="0">
                <a:solidFill>
                  <a:srgbClr val="FFFFFF"/>
                </a:solidFill>
                <a:latin typeface="Tajawal"/>
                <a:cs typeface="Tajawal"/>
              </a:rPr>
              <a:t>، </a:t>
            </a:r>
            <a:r>
              <a:rPr lang="en" sz="1000" dirty="0" err="1">
                <a:solidFill>
                  <a:srgbClr val="FFFFFF"/>
                </a:solidFill>
                <a:latin typeface="Tajawal"/>
                <a:cs typeface="Tajawal"/>
              </a:rPr>
              <a:t>تعمل</a:t>
            </a:r>
            <a:r>
              <a:rPr lang="en" sz="1000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rgbClr val="FFFFFF"/>
                </a:solidFill>
                <a:latin typeface="Tajawal"/>
                <a:cs typeface="Tajawal"/>
              </a:rPr>
              <a:t>في</a:t>
            </a:r>
            <a:r>
              <a:rPr lang="en" sz="1000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rgbClr val="FFFFFF"/>
                </a:solidFill>
                <a:latin typeface="Tajawal"/>
                <a:cs typeface="Tajawal"/>
              </a:rPr>
              <a:t>عيادة</a:t>
            </a:r>
            <a:r>
              <a:rPr lang="en" sz="1000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rgbClr val="FFFFFF"/>
                </a:solidFill>
                <a:latin typeface="Tajawal"/>
                <a:cs typeface="Tajawal"/>
              </a:rPr>
              <a:t>حكومية</a:t>
            </a:r>
            <a:r>
              <a:rPr lang="en" sz="1000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rgbClr val="FFFFFF"/>
                </a:solidFill>
                <a:latin typeface="Tajawal"/>
                <a:cs typeface="Tajawal"/>
              </a:rPr>
              <a:t>لمتابعة</a:t>
            </a:r>
            <a:r>
              <a:rPr lang="en" sz="1000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rgbClr val="FFFFFF"/>
                </a:solidFill>
                <a:latin typeface="Tajawal"/>
                <a:cs typeface="Tajawal"/>
              </a:rPr>
              <a:t>الحمل</a:t>
            </a:r>
            <a:r>
              <a:rPr lang="en" sz="1000" dirty="0">
                <a:solidFill>
                  <a:srgbClr val="FFFFFF"/>
                </a:solidFill>
                <a:latin typeface="Tajawal"/>
                <a:cs typeface="Tajawal"/>
              </a:rPr>
              <a:t>.</a:t>
            </a:r>
            <a:endParaRPr lang="en-US" dirty="0"/>
          </a:p>
        </p:txBody>
      </p:sp>
      <p:sp>
        <p:nvSpPr>
          <p:cNvPr id="186" name="Google Shape;186;g3fa33d35305_0_297"/>
          <p:cNvSpPr/>
          <p:nvPr/>
        </p:nvSpPr>
        <p:spPr>
          <a:xfrm>
            <a:off x="3250921" y="1179576"/>
            <a:ext cx="2642700" cy="1302900"/>
          </a:xfrm>
          <a:prstGeom prst="roundRect">
            <a:avLst>
              <a:gd name="adj" fmla="val 1579"/>
            </a:avLst>
          </a:prstGeom>
          <a:solidFill>
            <a:srgbClr val="0B1219"/>
          </a:solidFill>
          <a:ln w="9525" cap="flat" cmpd="sng">
            <a:solidFill>
              <a:srgbClr val="1E2C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g3fa33d35305_0_297"/>
          <p:cNvSpPr txBox="1"/>
          <p:nvPr/>
        </p:nvSpPr>
        <p:spPr>
          <a:xfrm>
            <a:off x="3401797" y="1316736"/>
            <a:ext cx="2340900" cy="2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E5F8"/>
              </a:buClr>
              <a:buSzPts val="1000"/>
              <a:buFont typeface="Tajawal"/>
              <a:buNone/>
            </a:pPr>
            <a:r>
              <a:rPr lang="en" sz="1000" b="1" i="0" u="none" strike="noStrike" cap="none">
                <a:solidFill>
                  <a:srgbClr val="12E5F8"/>
                </a:solidFill>
                <a:latin typeface="Tajawal"/>
                <a:ea typeface="Tajawal"/>
                <a:cs typeface="Tajawal"/>
                <a:sym typeface="Tajawal"/>
              </a:rPr>
              <a:t>يومه المعتاد</a:t>
            </a: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cxnSp>
        <p:nvCxnSpPr>
          <p:cNvPr id="188" name="Google Shape;188;g3fa33d35305_0_297"/>
          <p:cNvCxnSpPr/>
          <p:nvPr/>
        </p:nvCxnSpPr>
        <p:spPr>
          <a:xfrm>
            <a:off x="3401797" y="1604772"/>
            <a:ext cx="2340900" cy="0"/>
          </a:xfrm>
          <a:prstGeom prst="straightConnector1">
            <a:avLst/>
          </a:prstGeom>
          <a:noFill/>
          <a:ln w="9525" cap="flat" cmpd="sng">
            <a:solidFill>
              <a:srgbClr val="1E2C3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9" name="Google Shape;189;g3fa33d35305_0_297"/>
          <p:cNvSpPr txBox="1"/>
          <p:nvPr/>
        </p:nvSpPr>
        <p:spPr>
          <a:xfrm>
            <a:off x="3401797" y="1687068"/>
            <a:ext cx="23409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lang="en" sz="1000" dirty="0" err="1">
                <a:solidFill>
                  <a:schemeClr val="lt1"/>
                </a:solidFill>
                <a:latin typeface="Tajawal"/>
                <a:cs typeface="Tajawal"/>
              </a:rPr>
              <a:t>تتابع</a:t>
            </a:r>
            <a:r>
              <a:rPr lang="en" sz="1000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chemeClr val="lt1"/>
                </a:solidFill>
                <a:latin typeface="Tajawal"/>
                <a:cs typeface="Tajawal"/>
              </a:rPr>
              <a:t>الحوامل</a:t>
            </a:r>
            <a:r>
              <a:rPr lang="en" sz="1000" dirty="0">
                <a:solidFill>
                  <a:schemeClr val="lt1"/>
                </a:solidFill>
                <a:latin typeface="Tajawal"/>
                <a:cs typeface="Tajawal"/>
              </a:rPr>
              <a:t>، </a:t>
            </a:r>
            <a:r>
              <a:rPr lang="en" sz="1000" dirty="0" err="1">
                <a:solidFill>
                  <a:schemeClr val="lt1"/>
                </a:solidFill>
                <a:latin typeface="Tajawal"/>
                <a:cs typeface="Tajawal"/>
              </a:rPr>
              <a:t>وتقيّم</a:t>
            </a:r>
            <a:r>
              <a:rPr lang="en" sz="1000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chemeClr val="lt1"/>
                </a:solidFill>
                <a:latin typeface="Tajawal"/>
                <a:cs typeface="Tajawal"/>
              </a:rPr>
              <a:t>الأعراض</a:t>
            </a:r>
            <a:r>
              <a:rPr lang="en" sz="1000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chemeClr val="lt1"/>
                </a:solidFill>
                <a:latin typeface="Tajawal"/>
                <a:cs typeface="Tajawal"/>
              </a:rPr>
              <a:t>وعوامل</a:t>
            </a:r>
            <a:r>
              <a:rPr lang="en" sz="1000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chemeClr val="lt1"/>
                </a:solidFill>
                <a:latin typeface="Tajawal"/>
                <a:cs typeface="Tajawal"/>
              </a:rPr>
              <a:t>الخطورة</a:t>
            </a:r>
            <a:r>
              <a:rPr lang="en" sz="1000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chemeClr val="lt1"/>
                </a:solidFill>
                <a:latin typeface="Tajawal"/>
                <a:cs typeface="Tajawal"/>
              </a:rPr>
              <a:t>خلال</a:t>
            </a:r>
            <a:r>
              <a:rPr lang="en" sz="1000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chemeClr val="lt1"/>
                </a:solidFill>
                <a:latin typeface="Tajawal"/>
                <a:cs typeface="Tajawal"/>
              </a:rPr>
              <a:t>مواعيد</a:t>
            </a:r>
            <a:r>
              <a:rPr lang="en" sz="1000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chemeClr val="lt1"/>
                </a:solidFill>
                <a:latin typeface="Tajawal"/>
                <a:cs typeface="Tajawal"/>
              </a:rPr>
              <a:t>سريرية</a:t>
            </a:r>
            <a:r>
              <a:rPr lang="en" sz="1000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chemeClr val="lt1"/>
                </a:solidFill>
                <a:latin typeface="Tajawal"/>
                <a:cs typeface="Tajawal"/>
              </a:rPr>
              <a:t>محدودة</a:t>
            </a:r>
            <a:r>
              <a:rPr lang="en" sz="1000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chemeClr val="lt1"/>
                </a:solidFill>
                <a:latin typeface="Tajawal"/>
                <a:cs typeface="Tajawal"/>
              </a:rPr>
              <a:t>الوقت</a:t>
            </a:r>
            <a:r>
              <a:rPr lang="en" sz="1000" dirty="0">
                <a:solidFill>
                  <a:schemeClr val="lt1"/>
                </a:solidFill>
                <a:latin typeface="Tajawal"/>
                <a:cs typeface="Tajawal"/>
              </a:rPr>
              <a:t>.</a:t>
            </a:r>
            <a:endParaRPr lang="en-US" dirty="0">
              <a:solidFill>
                <a:schemeClr val="lt1"/>
              </a:solidFill>
            </a:endParaRPr>
          </a:p>
          <a:p>
            <a:pPr marL="0" marR="0" lvl="0" indent="0" algn="r" rtl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ajawal"/>
              <a:buNone/>
            </a:pPr>
            <a:endParaRPr sz="1000">
              <a:solidFill>
                <a:srgbClr val="FFFFF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90" name="Google Shape;190;g3fa33d35305_0_297"/>
          <p:cNvSpPr/>
          <p:nvPr/>
        </p:nvSpPr>
        <p:spPr>
          <a:xfrm>
            <a:off x="457429" y="1179576"/>
            <a:ext cx="2642700" cy="1302900"/>
          </a:xfrm>
          <a:prstGeom prst="roundRect">
            <a:avLst>
              <a:gd name="adj" fmla="val 1579"/>
            </a:avLst>
          </a:prstGeom>
          <a:solidFill>
            <a:srgbClr val="0B1219"/>
          </a:solidFill>
          <a:ln w="9525" cap="flat" cmpd="sng">
            <a:solidFill>
              <a:srgbClr val="1E2C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g3fa33d35305_0_297"/>
          <p:cNvSpPr txBox="1"/>
          <p:nvPr/>
        </p:nvSpPr>
        <p:spPr>
          <a:xfrm>
            <a:off x="608305" y="1316736"/>
            <a:ext cx="2340900" cy="2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E5F8"/>
              </a:buClr>
              <a:buSzPts val="1000"/>
              <a:buFont typeface="Tajawal"/>
              <a:buNone/>
            </a:pPr>
            <a:r>
              <a:rPr lang="en" sz="1000" b="1" i="0" u="none" strike="noStrike" cap="none">
                <a:solidFill>
                  <a:srgbClr val="12E5F8"/>
                </a:solidFill>
                <a:latin typeface="Tajawal"/>
                <a:ea typeface="Tajawal"/>
                <a:cs typeface="Tajawal"/>
                <a:sym typeface="Tajawal"/>
              </a:rPr>
              <a:t>ما يحاول إنجازه</a:t>
            </a: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cxnSp>
        <p:nvCxnSpPr>
          <p:cNvPr id="192" name="Google Shape;192;g3fa33d35305_0_297"/>
          <p:cNvCxnSpPr/>
          <p:nvPr/>
        </p:nvCxnSpPr>
        <p:spPr>
          <a:xfrm>
            <a:off x="608305" y="1604772"/>
            <a:ext cx="2340900" cy="0"/>
          </a:xfrm>
          <a:prstGeom prst="straightConnector1">
            <a:avLst/>
          </a:prstGeom>
          <a:noFill/>
          <a:ln w="9525" cap="flat" cmpd="sng">
            <a:solidFill>
              <a:srgbClr val="1E2C3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3" name="Google Shape;193;g3fa33d35305_0_297"/>
          <p:cNvSpPr txBox="1"/>
          <p:nvPr/>
        </p:nvSpPr>
        <p:spPr>
          <a:xfrm>
            <a:off x="608305" y="1687068"/>
            <a:ext cx="23409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lang="en" sz="1000" dirty="0" err="1">
                <a:solidFill>
                  <a:schemeClr val="lt1"/>
                </a:solidFill>
                <a:latin typeface="Tajawal"/>
                <a:cs typeface="Tajawal"/>
              </a:rPr>
              <a:t>اكتشاف</a:t>
            </a:r>
            <a:r>
              <a:rPr lang="en" sz="1000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chemeClr val="lt1"/>
                </a:solidFill>
                <a:latin typeface="Tajawal"/>
                <a:cs typeface="Tajawal"/>
              </a:rPr>
              <a:t>الحالات</a:t>
            </a:r>
            <a:r>
              <a:rPr lang="en" sz="1000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chemeClr val="lt1"/>
                </a:solidFill>
                <a:latin typeface="Tajawal"/>
                <a:cs typeface="Tajawal"/>
              </a:rPr>
              <a:t>المهمة</a:t>
            </a:r>
            <a:r>
              <a:rPr lang="en" sz="1000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chemeClr val="lt1"/>
                </a:solidFill>
                <a:latin typeface="Tajawal"/>
                <a:cs typeface="Tajawal"/>
              </a:rPr>
              <a:t>مبكرًا</a:t>
            </a:r>
            <a:r>
              <a:rPr lang="en" sz="1000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chemeClr val="lt1"/>
                </a:solidFill>
                <a:latin typeface="Tajawal"/>
                <a:cs typeface="Tajawal"/>
              </a:rPr>
              <a:t>والحصول</a:t>
            </a:r>
            <a:r>
              <a:rPr lang="en" sz="1000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chemeClr val="lt1"/>
                </a:solidFill>
                <a:latin typeface="Tajawal"/>
                <a:cs typeface="Tajawal"/>
              </a:rPr>
              <a:t>على</a:t>
            </a:r>
            <a:r>
              <a:rPr lang="en" sz="1000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chemeClr val="lt1"/>
                </a:solidFill>
                <a:latin typeface="Tajawal"/>
                <a:cs typeface="Tajawal"/>
              </a:rPr>
              <a:t>معلومات</a:t>
            </a:r>
            <a:r>
              <a:rPr lang="en" sz="1000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chemeClr val="lt1"/>
                </a:solidFill>
                <a:latin typeface="Tajawal"/>
                <a:cs typeface="Tajawal"/>
              </a:rPr>
              <a:t>واضحة</a:t>
            </a:r>
            <a:r>
              <a:rPr lang="en" sz="1000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chemeClr val="lt1"/>
                </a:solidFill>
                <a:latin typeface="Tajawal"/>
                <a:cs typeface="Tajawal"/>
              </a:rPr>
              <a:t>لاتخاذ</a:t>
            </a:r>
            <a:r>
              <a:rPr lang="en" sz="1000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chemeClr val="lt1"/>
                </a:solidFill>
                <a:latin typeface="Tajawal"/>
                <a:cs typeface="Tajawal"/>
              </a:rPr>
              <a:t>تقييم</a:t>
            </a:r>
            <a:r>
              <a:rPr lang="en" sz="1000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chemeClr val="lt1"/>
                </a:solidFill>
                <a:latin typeface="Tajawal"/>
                <a:cs typeface="Tajawal"/>
              </a:rPr>
              <a:t>سريري</a:t>
            </a:r>
            <a:r>
              <a:rPr lang="en" sz="1000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chemeClr val="lt1"/>
                </a:solidFill>
                <a:latin typeface="Tajawal"/>
                <a:cs typeface="Tajawal"/>
              </a:rPr>
              <a:t>مناسب</a:t>
            </a:r>
            <a:r>
              <a:rPr lang="en" sz="1000" dirty="0">
                <a:solidFill>
                  <a:schemeClr val="lt1"/>
                </a:solidFill>
                <a:latin typeface="Tajawal"/>
                <a:cs typeface="Tajawal"/>
              </a:rPr>
              <a:t>.</a:t>
            </a:r>
            <a:endParaRPr lang="en-US" dirty="0">
              <a:solidFill>
                <a:schemeClr val="lt1"/>
              </a:solidFill>
            </a:endParaRPr>
          </a:p>
          <a:p>
            <a:pPr marL="0" marR="0" lvl="0" indent="0" algn="r" rtl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ajawal"/>
              <a:buNone/>
            </a:pPr>
            <a:endParaRPr sz="1000">
              <a:solidFill>
                <a:srgbClr val="FFFFF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94" name="Google Shape;194;g3fa33d35305_0_297"/>
          <p:cNvSpPr/>
          <p:nvPr/>
        </p:nvSpPr>
        <p:spPr>
          <a:xfrm>
            <a:off x="6044413" y="2660904"/>
            <a:ext cx="2642700" cy="1302900"/>
          </a:xfrm>
          <a:prstGeom prst="roundRect">
            <a:avLst>
              <a:gd name="adj" fmla="val 1579"/>
            </a:avLst>
          </a:prstGeom>
          <a:solidFill>
            <a:srgbClr val="070C11"/>
          </a:solidFill>
          <a:ln w="9525" cap="flat" cmpd="sng">
            <a:solidFill>
              <a:srgbClr val="1E2C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g3fa33d35305_0_297"/>
          <p:cNvSpPr txBox="1"/>
          <p:nvPr/>
        </p:nvSpPr>
        <p:spPr>
          <a:xfrm>
            <a:off x="6195289" y="2798064"/>
            <a:ext cx="2340900" cy="2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E5F8"/>
              </a:buClr>
              <a:buSzPts val="1000"/>
              <a:buFont typeface="Tajawal"/>
              <a:buNone/>
            </a:pPr>
            <a:r>
              <a:rPr lang="en" sz="1000" b="1" i="0" u="none" strike="noStrike" cap="none">
                <a:solidFill>
                  <a:srgbClr val="12E5F8"/>
                </a:solidFill>
                <a:latin typeface="Tajawal"/>
                <a:ea typeface="Tajawal"/>
                <a:cs typeface="Tajawal"/>
                <a:sym typeface="Tajawal"/>
              </a:rPr>
              <a:t>ما يعطّله</a:t>
            </a: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cxnSp>
        <p:nvCxnSpPr>
          <p:cNvPr id="196" name="Google Shape;196;g3fa33d35305_0_297"/>
          <p:cNvCxnSpPr/>
          <p:nvPr/>
        </p:nvCxnSpPr>
        <p:spPr>
          <a:xfrm>
            <a:off x="6195289" y="3086100"/>
            <a:ext cx="2340900" cy="0"/>
          </a:xfrm>
          <a:prstGeom prst="straightConnector1">
            <a:avLst/>
          </a:prstGeom>
          <a:noFill/>
          <a:ln w="9525" cap="flat" cmpd="sng">
            <a:solidFill>
              <a:srgbClr val="1E2C3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7" name="Google Shape;197;g3fa33d35305_0_297"/>
          <p:cNvSpPr txBox="1"/>
          <p:nvPr/>
        </p:nvSpPr>
        <p:spPr>
          <a:xfrm>
            <a:off x="6195289" y="3168396"/>
            <a:ext cx="23409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lang="en" sz="1000" dirty="0" err="1">
                <a:solidFill>
                  <a:schemeClr val="lt1"/>
                </a:solidFill>
                <a:latin typeface="Tajawal"/>
                <a:cs typeface="Tajawal"/>
              </a:rPr>
              <a:t>تأخر</a:t>
            </a:r>
            <a:r>
              <a:rPr lang="en" sz="1000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chemeClr val="lt1"/>
                </a:solidFill>
                <a:latin typeface="Tajawal"/>
                <a:cs typeface="Tajawal"/>
              </a:rPr>
              <a:t>بعض</a:t>
            </a:r>
            <a:r>
              <a:rPr lang="en" sz="1000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chemeClr val="lt1"/>
                </a:solidFill>
                <a:latin typeface="Tajawal"/>
                <a:cs typeface="Tajawal"/>
              </a:rPr>
              <a:t>الحوامل</a:t>
            </a:r>
            <a:r>
              <a:rPr lang="en" sz="1000" dirty="0">
                <a:solidFill>
                  <a:schemeClr val="lt1"/>
                </a:solidFill>
                <a:latin typeface="Tajawal"/>
                <a:cs typeface="Tajawal"/>
              </a:rPr>
              <a:t>، </a:t>
            </a:r>
            <a:r>
              <a:rPr lang="en" sz="1000" dirty="0" err="1">
                <a:solidFill>
                  <a:schemeClr val="lt1"/>
                </a:solidFill>
                <a:latin typeface="Tajawal"/>
                <a:cs typeface="Tajawal"/>
              </a:rPr>
              <a:t>نقص</a:t>
            </a:r>
            <a:r>
              <a:rPr lang="en" sz="1000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chemeClr val="lt1"/>
                </a:solidFill>
                <a:latin typeface="Tajawal"/>
                <a:cs typeface="Tajawal"/>
              </a:rPr>
              <a:t>المعلومات</a:t>
            </a:r>
            <a:r>
              <a:rPr lang="en" sz="1000" dirty="0">
                <a:solidFill>
                  <a:schemeClr val="lt1"/>
                </a:solidFill>
                <a:latin typeface="Tajawal"/>
                <a:cs typeface="Tajawal"/>
              </a:rPr>
              <a:t>، </a:t>
            </a:r>
            <a:r>
              <a:rPr lang="en" sz="1000" dirty="0" err="1">
                <a:solidFill>
                  <a:schemeClr val="lt1"/>
                </a:solidFill>
                <a:latin typeface="Tajawal"/>
                <a:cs typeface="Tajawal"/>
              </a:rPr>
              <a:t>وعدم</a:t>
            </a:r>
            <a:r>
              <a:rPr lang="en" sz="1000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chemeClr val="lt1"/>
                </a:solidFill>
                <a:latin typeface="Tajawal"/>
                <a:cs typeface="Tajawal"/>
              </a:rPr>
              <a:t>إدراك</a:t>
            </a:r>
            <a:r>
              <a:rPr lang="en" sz="1000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chemeClr val="lt1"/>
                </a:solidFill>
                <a:latin typeface="Tajawal"/>
                <a:cs typeface="Tajawal"/>
              </a:rPr>
              <a:t>المريضة</a:t>
            </a:r>
            <a:r>
              <a:rPr lang="en" sz="1000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chemeClr val="lt1"/>
                </a:solidFill>
                <a:latin typeface="Tajawal"/>
                <a:cs typeface="Tajawal"/>
              </a:rPr>
              <a:t>لأهمية</a:t>
            </a:r>
            <a:r>
              <a:rPr lang="en" sz="1000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chemeClr val="lt1"/>
                </a:solidFill>
                <a:latin typeface="Tajawal"/>
                <a:cs typeface="Tajawal"/>
              </a:rPr>
              <a:t>بعض</a:t>
            </a:r>
            <a:r>
              <a:rPr lang="en" sz="1000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chemeClr val="lt1"/>
                </a:solidFill>
                <a:latin typeface="Tajawal"/>
                <a:cs typeface="Tajawal"/>
              </a:rPr>
              <a:t>الأعراض</a:t>
            </a:r>
            <a:r>
              <a:rPr lang="en" sz="1000" dirty="0">
                <a:solidFill>
                  <a:schemeClr val="lt1"/>
                </a:solidFill>
                <a:latin typeface="Tajawal"/>
                <a:cs typeface="Tajawal"/>
              </a:rPr>
              <a:t>.</a:t>
            </a:r>
            <a:endParaRPr lang="en-US" dirty="0">
              <a:solidFill>
                <a:schemeClr val="lt1"/>
              </a:solidFill>
            </a:endParaRPr>
          </a:p>
          <a:p>
            <a:pPr marL="0" marR="0" lvl="0" indent="0" algn="r" rtl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ajawal"/>
              <a:buNone/>
            </a:pPr>
            <a:endParaRPr sz="1000">
              <a:solidFill>
                <a:srgbClr val="FFFFF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98" name="Google Shape;198;g3fa33d35305_0_297"/>
          <p:cNvSpPr/>
          <p:nvPr/>
        </p:nvSpPr>
        <p:spPr>
          <a:xfrm>
            <a:off x="3250921" y="2660904"/>
            <a:ext cx="2642700" cy="1302900"/>
          </a:xfrm>
          <a:prstGeom prst="roundRect">
            <a:avLst>
              <a:gd name="adj" fmla="val 1579"/>
            </a:avLst>
          </a:prstGeom>
          <a:solidFill>
            <a:srgbClr val="070C11"/>
          </a:solidFill>
          <a:ln w="9525" cap="flat" cmpd="sng">
            <a:solidFill>
              <a:srgbClr val="1E2C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g3fa33d35305_0_297"/>
          <p:cNvSpPr txBox="1"/>
          <p:nvPr/>
        </p:nvSpPr>
        <p:spPr>
          <a:xfrm>
            <a:off x="3401797" y="2798064"/>
            <a:ext cx="2340900" cy="2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E5F8"/>
              </a:buClr>
              <a:buSzPts val="1000"/>
              <a:buFont typeface="Tajawal"/>
              <a:buNone/>
            </a:pPr>
            <a:r>
              <a:rPr lang="en" sz="1000" b="1" i="0" u="none" strike="noStrike" cap="none">
                <a:solidFill>
                  <a:srgbClr val="12E5F8"/>
                </a:solidFill>
                <a:latin typeface="Tajawal"/>
                <a:ea typeface="Tajawal"/>
                <a:cs typeface="Tajawal"/>
                <a:sym typeface="Tajawal"/>
              </a:rPr>
              <a:t>كيف يحلّها اليوم</a:t>
            </a: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cxnSp>
        <p:nvCxnSpPr>
          <p:cNvPr id="200" name="Google Shape;200;g3fa33d35305_0_297"/>
          <p:cNvCxnSpPr/>
          <p:nvPr/>
        </p:nvCxnSpPr>
        <p:spPr>
          <a:xfrm>
            <a:off x="3401797" y="3086100"/>
            <a:ext cx="2340900" cy="0"/>
          </a:xfrm>
          <a:prstGeom prst="straightConnector1">
            <a:avLst/>
          </a:prstGeom>
          <a:noFill/>
          <a:ln w="9525" cap="flat" cmpd="sng">
            <a:solidFill>
              <a:srgbClr val="1E2C3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1" name="Google Shape;201;g3fa33d35305_0_297"/>
          <p:cNvSpPr txBox="1"/>
          <p:nvPr/>
        </p:nvSpPr>
        <p:spPr>
          <a:xfrm>
            <a:off x="3401797" y="3168396"/>
            <a:ext cx="23409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lang="en-US" sz="1000" dirty="0" err="1">
                <a:solidFill>
                  <a:srgbClr val="FFFFFF"/>
                </a:solidFill>
                <a:latin typeface="Tajawal"/>
                <a:cs typeface="Tajawal"/>
              </a:rPr>
              <a:t>تجمع</a:t>
            </a:r>
            <a:r>
              <a:rPr lang="en-US" sz="1000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-US" sz="1000" dirty="0" err="1">
                <a:solidFill>
                  <a:srgbClr val="FFFFFF"/>
                </a:solidFill>
                <a:latin typeface="Tajawal"/>
                <a:cs typeface="Tajawal"/>
              </a:rPr>
              <a:t>المعلومات</a:t>
            </a:r>
            <a:r>
              <a:rPr lang="en-US" sz="1000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-US" sz="1000" dirty="0" err="1">
                <a:solidFill>
                  <a:srgbClr val="FFFFFF"/>
                </a:solidFill>
                <a:latin typeface="Tajawal"/>
                <a:cs typeface="Tajawal"/>
              </a:rPr>
              <a:t>من</a:t>
            </a:r>
            <a:r>
              <a:rPr lang="en-US" sz="1000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-US" sz="1000" dirty="0" err="1">
                <a:solidFill>
                  <a:srgbClr val="FFFFFF"/>
                </a:solidFill>
                <a:latin typeface="Tajawal"/>
                <a:cs typeface="Tajawal"/>
              </a:rPr>
              <a:t>المريضة</a:t>
            </a:r>
            <a:r>
              <a:rPr lang="en-US" sz="1000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-US" sz="1000" dirty="0" err="1">
                <a:solidFill>
                  <a:srgbClr val="FFFFFF"/>
                </a:solidFill>
                <a:latin typeface="Tajawal"/>
                <a:cs typeface="Tajawal"/>
              </a:rPr>
              <a:t>وتقيّم</a:t>
            </a:r>
            <a:r>
              <a:rPr lang="en-US" sz="1000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-US" sz="1000" dirty="0" err="1">
                <a:solidFill>
                  <a:srgbClr val="FFFFFF"/>
                </a:solidFill>
                <a:latin typeface="Tajawal"/>
                <a:cs typeface="Tajawal"/>
              </a:rPr>
              <a:t>حالتها</a:t>
            </a:r>
            <a:r>
              <a:rPr lang="en-US" sz="1000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-US" sz="1000" dirty="0" err="1">
                <a:solidFill>
                  <a:srgbClr val="FFFFFF"/>
                </a:solidFill>
                <a:latin typeface="Tajawal"/>
                <a:cs typeface="Tajawal"/>
              </a:rPr>
              <a:t>سريريًا</a:t>
            </a:r>
            <a:r>
              <a:rPr lang="en-US" sz="1000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-US" sz="1000" dirty="0" err="1">
                <a:solidFill>
                  <a:srgbClr val="FFFFFF"/>
                </a:solidFill>
                <a:latin typeface="Tajawal"/>
                <a:cs typeface="Tajawal"/>
              </a:rPr>
              <a:t>أثناء</a:t>
            </a:r>
            <a:r>
              <a:rPr lang="en-US" sz="1000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-US" sz="1000" dirty="0" err="1">
                <a:solidFill>
                  <a:srgbClr val="FFFFFF"/>
                </a:solidFill>
                <a:latin typeface="Tajawal"/>
                <a:cs typeface="Tajawal"/>
              </a:rPr>
              <a:t>الاستشارة</a:t>
            </a:r>
            <a:r>
              <a:rPr lang="en-US" sz="1000" dirty="0">
                <a:solidFill>
                  <a:srgbClr val="FFFFFF"/>
                </a:solidFill>
                <a:latin typeface="Tajawal"/>
                <a:cs typeface="Tajawal"/>
              </a:rPr>
              <a:t>.</a:t>
            </a:r>
            <a:endParaRPr lang="en-US" dirty="0">
              <a:latin typeface="Tajawal"/>
              <a:cs typeface="Tajawal"/>
            </a:endParaRPr>
          </a:p>
        </p:txBody>
      </p:sp>
      <p:sp>
        <p:nvSpPr>
          <p:cNvPr id="202" name="Google Shape;202;g3fa33d35305_0_297"/>
          <p:cNvSpPr/>
          <p:nvPr/>
        </p:nvSpPr>
        <p:spPr>
          <a:xfrm>
            <a:off x="457429" y="2660904"/>
            <a:ext cx="2642700" cy="1302900"/>
          </a:xfrm>
          <a:prstGeom prst="roundRect">
            <a:avLst>
              <a:gd name="adj" fmla="val 1579"/>
            </a:avLst>
          </a:prstGeom>
          <a:solidFill>
            <a:srgbClr val="070C11"/>
          </a:solidFill>
          <a:ln w="9525" cap="flat" cmpd="sng">
            <a:solidFill>
              <a:srgbClr val="1E2C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g3fa33d35305_0_297"/>
          <p:cNvSpPr txBox="1"/>
          <p:nvPr/>
        </p:nvSpPr>
        <p:spPr>
          <a:xfrm>
            <a:off x="608305" y="2798064"/>
            <a:ext cx="2340900" cy="2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E5F8"/>
              </a:buClr>
              <a:buSzPts val="1000"/>
              <a:buFont typeface="Tajawal"/>
              <a:buNone/>
            </a:pPr>
            <a:r>
              <a:rPr lang="en" sz="1000" b="1" i="0" u="none" strike="noStrike" cap="none">
                <a:solidFill>
                  <a:srgbClr val="12E5F8"/>
                </a:solidFill>
                <a:latin typeface="Tajawal"/>
                <a:ea typeface="Tajawal"/>
                <a:cs typeface="Tajawal"/>
                <a:sym typeface="Tajawal"/>
              </a:rPr>
              <a:t>أين تصلون إليه</a:t>
            </a: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cxnSp>
        <p:nvCxnSpPr>
          <p:cNvPr id="204" name="Google Shape;204;g3fa33d35305_0_297"/>
          <p:cNvCxnSpPr/>
          <p:nvPr/>
        </p:nvCxnSpPr>
        <p:spPr>
          <a:xfrm>
            <a:off x="608305" y="3086100"/>
            <a:ext cx="2340900" cy="0"/>
          </a:xfrm>
          <a:prstGeom prst="straightConnector1">
            <a:avLst/>
          </a:prstGeom>
          <a:noFill/>
          <a:ln w="9525" cap="flat" cmpd="sng">
            <a:solidFill>
              <a:srgbClr val="1E2C3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5" name="Google Shape;205;g3fa33d35305_0_297"/>
          <p:cNvSpPr txBox="1"/>
          <p:nvPr/>
        </p:nvSpPr>
        <p:spPr>
          <a:xfrm>
            <a:off x="608305" y="3168396"/>
            <a:ext cx="23409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lang="en" sz="1000" dirty="0" err="1">
                <a:solidFill>
                  <a:schemeClr val="lt1"/>
                </a:solidFill>
                <a:latin typeface="Tajawal"/>
                <a:cs typeface="Tajawal"/>
              </a:rPr>
              <a:t>عيادات</a:t>
            </a:r>
            <a:r>
              <a:rPr lang="en" sz="1000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chemeClr val="lt1"/>
                </a:solidFill>
                <a:latin typeface="Tajawal"/>
                <a:cs typeface="Tajawal"/>
              </a:rPr>
              <a:t>النساء</a:t>
            </a:r>
            <a:r>
              <a:rPr lang="en" sz="1000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chemeClr val="lt1"/>
                </a:solidFill>
                <a:latin typeface="Tajawal"/>
                <a:cs typeface="Tajawal"/>
              </a:rPr>
              <a:t>والولادة</a:t>
            </a:r>
            <a:r>
              <a:rPr lang="en" sz="1000" dirty="0">
                <a:solidFill>
                  <a:schemeClr val="lt1"/>
                </a:solidFill>
                <a:latin typeface="Tajawal"/>
                <a:cs typeface="Tajawal"/>
              </a:rPr>
              <a:t>، </a:t>
            </a:r>
            <a:r>
              <a:rPr lang="en" sz="1000" dirty="0" err="1">
                <a:solidFill>
                  <a:schemeClr val="lt1"/>
                </a:solidFill>
                <a:latin typeface="Tajawal"/>
                <a:cs typeface="Tajawal"/>
              </a:rPr>
              <a:t>المستشفيات</a:t>
            </a:r>
            <a:r>
              <a:rPr lang="en" sz="1000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chemeClr val="lt1"/>
                </a:solidFill>
                <a:latin typeface="Tajawal"/>
                <a:cs typeface="Tajawal"/>
              </a:rPr>
              <a:t>ومراكز</a:t>
            </a:r>
            <a:r>
              <a:rPr lang="en" sz="1000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chemeClr val="lt1"/>
                </a:solidFill>
                <a:latin typeface="Tajawal"/>
                <a:cs typeface="Tajawal"/>
              </a:rPr>
              <a:t>متابعة</a:t>
            </a:r>
            <a:r>
              <a:rPr lang="en" sz="1000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dirty="0" err="1">
                <a:solidFill>
                  <a:schemeClr val="lt1"/>
                </a:solidFill>
                <a:latin typeface="Tajawal"/>
                <a:cs typeface="Tajawal"/>
              </a:rPr>
              <a:t>الحمل</a:t>
            </a:r>
            <a:r>
              <a:rPr lang="en" sz="1000" dirty="0">
                <a:solidFill>
                  <a:schemeClr val="lt1"/>
                </a:solidFill>
                <a:latin typeface="Tajawal"/>
                <a:cs typeface="Tajawal"/>
              </a:rPr>
              <a:t>.</a:t>
            </a:r>
            <a:endParaRPr lang="en-US" dirty="0"/>
          </a:p>
          <a:p>
            <a:pPr marL="0" marR="0" lvl="0" indent="0" algn="r" rtl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ajawal"/>
              <a:buNone/>
            </a:pPr>
            <a:endParaRPr sz="1000">
              <a:solidFill>
                <a:srgbClr val="FFFFF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207" name="Google Shape;207;g3fa33d35305_0_297"/>
          <p:cNvSpPr txBox="1"/>
          <p:nvPr/>
        </p:nvSpPr>
        <p:spPr>
          <a:xfrm>
            <a:off x="663169" y="4059936"/>
            <a:ext cx="7818000" cy="3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ajawal"/>
              <a:buNone/>
            </a:pP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208" name="Google Shape;208;g3fa33d35305_0_297"/>
          <p:cNvSpPr/>
          <p:nvPr/>
        </p:nvSpPr>
        <p:spPr>
          <a:xfrm>
            <a:off x="457429" y="4539996"/>
            <a:ext cx="8229600" cy="288000"/>
          </a:xfrm>
          <a:prstGeom prst="roundRect">
            <a:avLst>
              <a:gd name="adj" fmla="val 9524"/>
            </a:avLst>
          </a:prstGeom>
          <a:solidFill>
            <a:srgbClr val="021B4E"/>
          </a:solidFill>
          <a:ln w="7150" cap="flat" cmpd="sng">
            <a:solidFill>
              <a:srgbClr val="00339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g3fa33d35305_0_297"/>
          <p:cNvSpPr txBox="1"/>
          <p:nvPr/>
        </p:nvSpPr>
        <p:spPr>
          <a:xfrm>
            <a:off x="834619" y="4539996"/>
            <a:ext cx="74751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Tajawal"/>
              <a:buNone/>
            </a:pPr>
            <a:r>
              <a:rPr lang="en" sz="1000" b="0" i="0" u="none" strike="noStrike" cap="none">
                <a:solidFill>
                  <a:srgbClr val="FFFFFF"/>
                </a:solidFill>
                <a:latin typeface="Tajawal"/>
                <a:ea typeface="Tajawal"/>
                <a:cs typeface="Tajawal"/>
                <a:sym typeface="Tajawal"/>
              </a:rPr>
              <a:t>تحدي الجامعات 2026  |  اليوم الأول — الجلسة 3: التحقق من العميل والسوق</a:t>
            </a: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210" name="Google Shape;210;g3fa33d35305_0_297"/>
          <p:cNvSpPr txBox="1"/>
          <p:nvPr/>
        </p:nvSpPr>
        <p:spPr>
          <a:xfrm>
            <a:off x="539725" y="4539996"/>
            <a:ext cx="3429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DB0B"/>
              </a:buClr>
              <a:buSzPts val="800"/>
              <a:buFont typeface="Tajawal"/>
              <a:buNone/>
            </a:pPr>
            <a:r>
              <a:rPr lang="en" sz="1000" b="1" i="0" u="none" strike="noStrike" cap="none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5</a:t>
            </a: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</p:spTree>
    <p:extLst>
      <p:ext uri="{BB962C8B-B14F-4D97-AF65-F5344CB8AC3E}">
        <p14:creationId xmlns:p14="http://schemas.microsoft.com/office/powerpoint/2010/main" val="40907547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g3fa33d35305_0_223" descr="/home/claude/w/assets/logo_dark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429" y="260604"/>
            <a:ext cx="891519" cy="304126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g3fa33d35305_0_223"/>
          <p:cNvSpPr txBox="1"/>
          <p:nvPr/>
        </p:nvSpPr>
        <p:spPr>
          <a:xfrm>
            <a:off x="457429" y="651029"/>
            <a:ext cx="1371600" cy="1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DB0B"/>
              </a:buClr>
              <a:buSzPts val="600"/>
              <a:buFont typeface="Tajawal"/>
              <a:buNone/>
            </a:pPr>
            <a:r>
              <a:rPr lang="en" sz="1000" b="0" i="0" u="none" strike="noStrike" cap="none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تحدي الجامعات 2026</a:t>
            </a: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218" name="Google Shape;218;g3fa33d35305_0_223"/>
          <p:cNvSpPr txBox="1"/>
          <p:nvPr/>
        </p:nvSpPr>
        <p:spPr>
          <a:xfrm>
            <a:off x="2103349" y="246888"/>
            <a:ext cx="6583800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ajawal"/>
              <a:buNone/>
            </a:pPr>
            <a:r>
              <a:rPr lang="en" sz="2000" b="1" i="0" u="none" strike="noStrike" cap="none">
                <a:solidFill>
                  <a:srgbClr val="FFFFFF"/>
                </a:solidFill>
                <a:latin typeface="Tajawal"/>
                <a:ea typeface="Tajawal"/>
                <a:cs typeface="Tajawal"/>
                <a:sym typeface="Tajawal"/>
              </a:rPr>
              <a:t>جدول المسح التنافسي</a:t>
            </a:r>
            <a:endParaRPr sz="2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219" name="Google Shape;219;g3fa33d35305_0_223"/>
          <p:cNvSpPr txBox="1"/>
          <p:nvPr/>
        </p:nvSpPr>
        <p:spPr>
          <a:xfrm>
            <a:off x="2103349" y="678942"/>
            <a:ext cx="6583800" cy="2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DB0B"/>
              </a:buClr>
              <a:buSzPts val="900"/>
              <a:buFont typeface="Tajawal"/>
              <a:buNone/>
            </a:pPr>
            <a:r>
              <a:rPr lang="en" sz="1000" b="0" i="1" u="none" strike="noStrike" cap="none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املئه لثلاثة منافسين، ثم أضيفوا أنفسكم في العمود الأخير</a:t>
            </a: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cxnSp>
        <p:nvCxnSpPr>
          <p:cNvPr id="220" name="Google Shape;220;g3fa33d35305_0_223"/>
          <p:cNvCxnSpPr/>
          <p:nvPr/>
        </p:nvCxnSpPr>
        <p:spPr>
          <a:xfrm>
            <a:off x="457429" y="966978"/>
            <a:ext cx="8229600" cy="0"/>
          </a:xfrm>
          <a:prstGeom prst="straightConnector1">
            <a:avLst/>
          </a:prstGeom>
          <a:noFill/>
          <a:ln w="9525" cap="flat" cmpd="sng">
            <a:solidFill>
              <a:srgbClr val="AEDB0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1" name="Google Shape;221;g3fa33d35305_0_223"/>
          <p:cNvSpPr/>
          <p:nvPr/>
        </p:nvSpPr>
        <p:spPr>
          <a:xfrm>
            <a:off x="457429" y="1193292"/>
            <a:ext cx="8229600" cy="397800"/>
          </a:xfrm>
          <a:prstGeom prst="roundRect">
            <a:avLst>
              <a:gd name="adj" fmla="val 5172"/>
            </a:avLst>
          </a:prstGeom>
          <a:solidFill>
            <a:srgbClr val="10202F"/>
          </a:solidFill>
          <a:ln w="9525" cap="flat" cmpd="sng">
            <a:solidFill>
              <a:srgbClr val="AEDB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g3fa33d35305_0_223"/>
          <p:cNvSpPr txBox="1"/>
          <p:nvPr/>
        </p:nvSpPr>
        <p:spPr>
          <a:xfrm>
            <a:off x="6711925" y="1193292"/>
            <a:ext cx="1892700" cy="3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ajawal"/>
              <a:buNone/>
            </a:pPr>
            <a:r>
              <a:rPr lang="en" sz="1000" b="1" i="0" u="none" strike="noStrike" cap="none">
                <a:solidFill>
                  <a:srgbClr val="FFFFFF"/>
                </a:solidFill>
                <a:latin typeface="Tajawal"/>
                <a:ea typeface="Tajawal"/>
                <a:cs typeface="Tajawal"/>
                <a:sym typeface="Tajawal"/>
              </a:rPr>
              <a:t>المعيار</a:t>
            </a: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223" name="Google Shape;223;g3fa33d35305_0_223"/>
          <p:cNvSpPr txBox="1"/>
          <p:nvPr/>
        </p:nvSpPr>
        <p:spPr>
          <a:xfrm>
            <a:off x="5168875" y="1193292"/>
            <a:ext cx="1378500" cy="3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rtl="1"/>
            <a:r>
              <a:rPr lang="en" sz="1000" b="1" dirty="0">
                <a:solidFill>
                  <a:srgbClr val="FFFFFF"/>
                </a:solidFill>
                <a:latin typeface="Tajawal"/>
                <a:cs typeface="Tajawal"/>
              </a:rPr>
              <a:t>Materna BP</a:t>
            </a:r>
            <a:endParaRPr lang="en-US" dirty="0"/>
          </a:p>
        </p:txBody>
      </p:sp>
      <p:sp>
        <p:nvSpPr>
          <p:cNvPr id="224" name="Google Shape;224;g3fa33d35305_0_223"/>
          <p:cNvSpPr txBox="1"/>
          <p:nvPr/>
        </p:nvSpPr>
        <p:spPr>
          <a:xfrm>
            <a:off x="3625825" y="1193292"/>
            <a:ext cx="1378500" cy="3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rtl="1"/>
            <a:r>
              <a:rPr lang="en" sz="1000" b="1" dirty="0" err="1">
                <a:solidFill>
                  <a:srgbClr val="FFFFFF"/>
                </a:solidFill>
                <a:latin typeface="Tajawal"/>
                <a:cs typeface="Tajawal"/>
              </a:rPr>
              <a:t>Nabta</a:t>
            </a:r>
            <a:r>
              <a:rPr lang="en" sz="1000" b="1" dirty="0">
                <a:solidFill>
                  <a:srgbClr val="FFFFFF"/>
                </a:solidFill>
                <a:latin typeface="Tajawal"/>
                <a:cs typeface="Tajawal"/>
              </a:rPr>
              <a:t> Health</a:t>
            </a:r>
            <a:endParaRPr lang="en-US" dirty="0"/>
          </a:p>
        </p:txBody>
      </p:sp>
      <p:sp>
        <p:nvSpPr>
          <p:cNvPr id="225" name="Google Shape;225;g3fa33d35305_0_223"/>
          <p:cNvSpPr txBox="1"/>
          <p:nvPr/>
        </p:nvSpPr>
        <p:spPr>
          <a:xfrm>
            <a:off x="2082775" y="1193292"/>
            <a:ext cx="1378500" cy="3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rtl="1"/>
            <a:r>
              <a:rPr lang="en" sz="1000" b="1" dirty="0" err="1">
                <a:solidFill>
                  <a:srgbClr val="FFFFFF"/>
                </a:solidFill>
                <a:latin typeface="Tajawal"/>
                <a:cs typeface="Tajawal"/>
              </a:rPr>
              <a:t>البديل</a:t>
            </a:r>
            <a:r>
              <a:rPr lang="en" sz="10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rgbClr val="FFFFFF"/>
                </a:solidFill>
                <a:latin typeface="Tajawal"/>
                <a:cs typeface="Tajawal"/>
              </a:rPr>
              <a:t>الحالي</a:t>
            </a:r>
            <a:endParaRPr lang="en-US" dirty="0" err="1"/>
          </a:p>
        </p:txBody>
      </p:sp>
      <p:sp>
        <p:nvSpPr>
          <p:cNvPr id="226" name="Google Shape;226;g3fa33d35305_0_223"/>
          <p:cNvSpPr txBox="1"/>
          <p:nvPr/>
        </p:nvSpPr>
        <p:spPr>
          <a:xfrm>
            <a:off x="539725" y="1193292"/>
            <a:ext cx="1378500" cy="3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rtl="1">
              <a:buClr>
                <a:srgbClr val="AEDB0B"/>
              </a:buClr>
              <a:buSzPts val="900"/>
            </a:pPr>
            <a:r>
              <a:rPr lang="en" sz="1000" b="1" dirty="0" err="1">
                <a:solidFill>
                  <a:srgbClr val="AEDB0B"/>
                </a:solidFill>
                <a:latin typeface="Tajawal"/>
                <a:ea typeface="Tajawal"/>
                <a:cs typeface="Tajawal"/>
              </a:rPr>
              <a:t>بادرة</a:t>
            </a:r>
            <a:r>
              <a:rPr lang="en" sz="1000" b="1" dirty="0">
                <a:solidFill>
                  <a:srgbClr val="AEDB0B"/>
                </a:solidFill>
                <a:latin typeface="Tajawal"/>
                <a:ea typeface="Tajawal"/>
                <a:cs typeface="Tajawal"/>
              </a:rPr>
              <a:t> (BADIRA)</a:t>
            </a:r>
            <a:endParaRPr lang="en" sz="1000" b="1" i="0" u="none" strike="noStrike" cap="none" dirty="0">
              <a:solidFill>
                <a:srgbClr val="AEDB0B"/>
              </a:solidFill>
              <a:latin typeface="Tajawal"/>
              <a:ea typeface="Tajawal"/>
              <a:cs typeface="Tajawal"/>
            </a:endParaRPr>
          </a:p>
        </p:txBody>
      </p:sp>
      <p:sp>
        <p:nvSpPr>
          <p:cNvPr id="227" name="Google Shape;227;g3fa33d35305_0_223"/>
          <p:cNvSpPr/>
          <p:nvPr/>
        </p:nvSpPr>
        <p:spPr>
          <a:xfrm>
            <a:off x="457429" y="1659636"/>
            <a:ext cx="8229600" cy="425100"/>
          </a:xfrm>
          <a:prstGeom prst="roundRect">
            <a:avLst>
              <a:gd name="adj" fmla="val 4839"/>
            </a:avLst>
          </a:prstGeom>
          <a:solidFill>
            <a:srgbClr val="0B1219"/>
          </a:solidFill>
          <a:ln w="9525" cap="flat" cmpd="sng">
            <a:solidFill>
              <a:srgbClr val="1E2C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g3fa33d35305_0_223"/>
          <p:cNvSpPr txBox="1"/>
          <p:nvPr/>
        </p:nvSpPr>
        <p:spPr>
          <a:xfrm>
            <a:off x="6711925" y="1659636"/>
            <a:ext cx="1892700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E5F8"/>
              </a:buClr>
              <a:buSzPts val="900"/>
              <a:buFont typeface="Tajawal"/>
              <a:buNone/>
            </a:pPr>
            <a:r>
              <a:rPr lang="en" sz="1000" b="1" i="0" u="none" strike="noStrike" cap="none">
                <a:solidFill>
                  <a:srgbClr val="12E5F8"/>
                </a:solidFill>
                <a:latin typeface="Tajawal"/>
                <a:ea typeface="Tajawal"/>
                <a:cs typeface="Tajawal"/>
                <a:sym typeface="Tajawal"/>
              </a:rPr>
              <a:t>ماذا يقدّم بالضبط؟</a:t>
            </a: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cxnSp>
        <p:nvCxnSpPr>
          <p:cNvPr id="229" name="Google Shape;229;g3fa33d35305_0_223"/>
          <p:cNvCxnSpPr/>
          <p:nvPr/>
        </p:nvCxnSpPr>
        <p:spPr>
          <a:xfrm>
            <a:off x="6615913" y="1728216"/>
            <a:ext cx="0" cy="288000"/>
          </a:xfrm>
          <a:prstGeom prst="straightConnector1">
            <a:avLst/>
          </a:prstGeom>
          <a:noFill/>
          <a:ln w="9525" cap="flat" cmpd="sng">
            <a:solidFill>
              <a:srgbClr val="1E2C3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0" name="Google Shape;230;g3fa33d35305_0_223"/>
          <p:cNvCxnSpPr/>
          <p:nvPr/>
        </p:nvCxnSpPr>
        <p:spPr>
          <a:xfrm>
            <a:off x="5072863" y="1728216"/>
            <a:ext cx="0" cy="288000"/>
          </a:xfrm>
          <a:prstGeom prst="straightConnector1">
            <a:avLst/>
          </a:prstGeom>
          <a:noFill/>
          <a:ln w="9525" cap="flat" cmpd="sng">
            <a:solidFill>
              <a:srgbClr val="1E2C3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1" name="Google Shape;231;g3fa33d35305_0_223"/>
          <p:cNvCxnSpPr/>
          <p:nvPr/>
        </p:nvCxnSpPr>
        <p:spPr>
          <a:xfrm>
            <a:off x="3529813" y="1728216"/>
            <a:ext cx="0" cy="288000"/>
          </a:xfrm>
          <a:prstGeom prst="straightConnector1">
            <a:avLst/>
          </a:prstGeom>
          <a:noFill/>
          <a:ln w="9525" cap="flat" cmpd="sng">
            <a:solidFill>
              <a:srgbClr val="1E2C3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2" name="Google Shape;232;g3fa33d35305_0_223"/>
          <p:cNvCxnSpPr/>
          <p:nvPr/>
        </p:nvCxnSpPr>
        <p:spPr>
          <a:xfrm>
            <a:off x="1986763" y="1728216"/>
            <a:ext cx="0" cy="288000"/>
          </a:xfrm>
          <a:prstGeom prst="straightConnector1">
            <a:avLst/>
          </a:prstGeom>
          <a:noFill/>
          <a:ln w="9525" cap="flat" cmpd="sng">
            <a:solidFill>
              <a:srgbClr val="1E2C3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3" name="Google Shape;233;g3fa33d35305_0_223"/>
          <p:cNvSpPr/>
          <p:nvPr/>
        </p:nvSpPr>
        <p:spPr>
          <a:xfrm>
            <a:off x="457429" y="2139696"/>
            <a:ext cx="8229600" cy="425100"/>
          </a:xfrm>
          <a:prstGeom prst="roundRect">
            <a:avLst>
              <a:gd name="adj" fmla="val 4839"/>
            </a:avLst>
          </a:prstGeom>
          <a:solidFill>
            <a:srgbClr val="070C11"/>
          </a:solidFill>
          <a:ln w="9525" cap="flat" cmpd="sng">
            <a:solidFill>
              <a:srgbClr val="1E2C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g3fa33d35305_0_223"/>
          <p:cNvSpPr txBox="1"/>
          <p:nvPr/>
        </p:nvSpPr>
        <p:spPr>
          <a:xfrm>
            <a:off x="6711925" y="2139696"/>
            <a:ext cx="1892700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E5F8"/>
              </a:buClr>
              <a:buSzPts val="900"/>
              <a:buFont typeface="Tajawal"/>
              <a:buNone/>
            </a:pPr>
            <a:r>
              <a:rPr lang="en" sz="1000" b="1" i="0" u="none" strike="noStrike" cap="none">
                <a:solidFill>
                  <a:srgbClr val="12E5F8"/>
                </a:solidFill>
                <a:latin typeface="Tajawal"/>
                <a:ea typeface="Tajawal"/>
                <a:cs typeface="Tajawal"/>
                <a:sym typeface="Tajawal"/>
              </a:rPr>
              <a:t>من يستهدف؟</a:t>
            </a: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cxnSp>
        <p:nvCxnSpPr>
          <p:cNvPr id="235" name="Google Shape;235;g3fa33d35305_0_223"/>
          <p:cNvCxnSpPr/>
          <p:nvPr/>
        </p:nvCxnSpPr>
        <p:spPr>
          <a:xfrm>
            <a:off x="6615913" y="2208276"/>
            <a:ext cx="0" cy="288000"/>
          </a:xfrm>
          <a:prstGeom prst="straightConnector1">
            <a:avLst/>
          </a:prstGeom>
          <a:noFill/>
          <a:ln w="9525" cap="flat" cmpd="sng">
            <a:solidFill>
              <a:srgbClr val="1E2C3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6" name="Google Shape;236;g3fa33d35305_0_223"/>
          <p:cNvCxnSpPr/>
          <p:nvPr/>
        </p:nvCxnSpPr>
        <p:spPr>
          <a:xfrm>
            <a:off x="5072863" y="2208276"/>
            <a:ext cx="0" cy="288000"/>
          </a:xfrm>
          <a:prstGeom prst="straightConnector1">
            <a:avLst/>
          </a:prstGeom>
          <a:noFill/>
          <a:ln w="9525" cap="flat" cmpd="sng">
            <a:solidFill>
              <a:srgbClr val="1E2C3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7" name="Google Shape;237;g3fa33d35305_0_223"/>
          <p:cNvCxnSpPr/>
          <p:nvPr/>
        </p:nvCxnSpPr>
        <p:spPr>
          <a:xfrm>
            <a:off x="3529813" y="2208276"/>
            <a:ext cx="0" cy="288000"/>
          </a:xfrm>
          <a:prstGeom prst="straightConnector1">
            <a:avLst/>
          </a:prstGeom>
          <a:noFill/>
          <a:ln w="9525" cap="flat" cmpd="sng">
            <a:solidFill>
              <a:srgbClr val="1E2C3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8" name="Google Shape;238;g3fa33d35305_0_223"/>
          <p:cNvCxnSpPr/>
          <p:nvPr/>
        </p:nvCxnSpPr>
        <p:spPr>
          <a:xfrm>
            <a:off x="1986763" y="2208276"/>
            <a:ext cx="0" cy="288000"/>
          </a:xfrm>
          <a:prstGeom prst="straightConnector1">
            <a:avLst/>
          </a:prstGeom>
          <a:noFill/>
          <a:ln w="9525" cap="flat" cmpd="sng">
            <a:solidFill>
              <a:srgbClr val="1E2C3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9" name="Google Shape;239;g3fa33d35305_0_223"/>
          <p:cNvSpPr/>
          <p:nvPr/>
        </p:nvSpPr>
        <p:spPr>
          <a:xfrm>
            <a:off x="457429" y="2619756"/>
            <a:ext cx="8229600" cy="425100"/>
          </a:xfrm>
          <a:prstGeom prst="roundRect">
            <a:avLst>
              <a:gd name="adj" fmla="val 4839"/>
            </a:avLst>
          </a:prstGeom>
          <a:solidFill>
            <a:srgbClr val="0B1219"/>
          </a:solidFill>
          <a:ln w="9525" cap="flat" cmpd="sng">
            <a:solidFill>
              <a:srgbClr val="1E2C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g3fa33d35305_0_223"/>
          <p:cNvSpPr txBox="1"/>
          <p:nvPr/>
        </p:nvSpPr>
        <p:spPr>
          <a:xfrm>
            <a:off x="6711925" y="2619756"/>
            <a:ext cx="1892700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E5F8"/>
              </a:buClr>
              <a:buSzPts val="900"/>
              <a:buFont typeface="Tajawal"/>
              <a:buNone/>
            </a:pPr>
            <a:r>
              <a:rPr lang="en" sz="1000" b="1" i="0" u="none" strike="noStrike" cap="none">
                <a:solidFill>
                  <a:srgbClr val="12E5F8"/>
                </a:solidFill>
                <a:latin typeface="Tajawal"/>
                <a:ea typeface="Tajawal"/>
                <a:cs typeface="Tajawal"/>
                <a:sym typeface="Tajawal"/>
              </a:rPr>
              <a:t>كم يكلّف المستخدم؟</a:t>
            </a: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cxnSp>
        <p:nvCxnSpPr>
          <p:cNvPr id="241" name="Google Shape;241;g3fa33d35305_0_223"/>
          <p:cNvCxnSpPr/>
          <p:nvPr/>
        </p:nvCxnSpPr>
        <p:spPr>
          <a:xfrm>
            <a:off x="6615913" y="2688336"/>
            <a:ext cx="0" cy="288000"/>
          </a:xfrm>
          <a:prstGeom prst="straightConnector1">
            <a:avLst/>
          </a:prstGeom>
          <a:noFill/>
          <a:ln w="9525" cap="flat" cmpd="sng">
            <a:solidFill>
              <a:srgbClr val="1E2C3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42" name="Google Shape;242;g3fa33d35305_0_223"/>
          <p:cNvCxnSpPr/>
          <p:nvPr/>
        </p:nvCxnSpPr>
        <p:spPr>
          <a:xfrm>
            <a:off x="5072863" y="2688336"/>
            <a:ext cx="0" cy="288000"/>
          </a:xfrm>
          <a:prstGeom prst="straightConnector1">
            <a:avLst/>
          </a:prstGeom>
          <a:noFill/>
          <a:ln w="9525" cap="flat" cmpd="sng">
            <a:solidFill>
              <a:srgbClr val="1E2C3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43" name="Google Shape;243;g3fa33d35305_0_223"/>
          <p:cNvCxnSpPr/>
          <p:nvPr/>
        </p:nvCxnSpPr>
        <p:spPr>
          <a:xfrm>
            <a:off x="3529813" y="2688336"/>
            <a:ext cx="0" cy="288000"/>
          </a:xfrm>
          <a:prstGeom prst="straightConnector1">
            <a:avLst/>
          </a:prstGeom>
          <a:noFill/>
          <a:ln w="9525" cap="flat" cmpd="sng">
            <a:solidFill>
              <a:srgbClr val="1E2C3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44" name="Google Shape;244;g3fa33d35305_0_223"/>
          <p:cNvCxnSpPr/>
          <p:nvPr/>
        </p:nvCxnSpPr>
        <p:spPr>
          <a:xfrm>
            <a:off x="1986763" y="2688336"/>
            <a:ext cx="0" cy="288000"/>
          </a:xfrm>
          <a:prstGeom prst="straightConnector1">
            <a:avLst/>
          </a:prstGeom>
          <a:noFill/>
          <a:ln w="9525" cap="flat" cmpd="sng">
            <a:solidFill>
              <a:srgbClr val="1E2C3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5" name="Google Shape;245;g3fa33d35305_0_223"/>
          <p:cNvSpPr/>
          <p:nvPr/>
        </p:nvSpPr>
        <p:spPr>
          <a:xfrm>
            <a:off x="457429" y="3099816"/>
            <a:ext cx="8229600" cy="425100"/>
          </a:xfrm>
          <a:prstGeom prst="roundRect">
            <a:avLst>
              <a:gd name="adj" fmla="val 4839"/>
            </a:avLst>
          </a:prstGeom>
          <a:solidFill>
            <a:srgbClr val="070C11"/>
          </a:solidFill>
          <a:ln w="9525" cap="flat" cmpd="sng">
            <a:solidFill>
              <a:srgbClr val="1E2C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g3fa33d35305_0_223"/>
          <p:cNvSpPr txBox="1"/>
          <p:nvPr/>
        </p:nvSpPr>
        <p:spPr>
          <a:xfrm>
            <a:off x="6711925" y="3099816"/>
            <a:ext cx="1892700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E5F8"/>
              </a:buClr>
              <a:buSzPts val="900"/>
              <a:buFont typeface="Tajawal"/>
              <a:buNone/>
            </a:pPr>
            <a:r>
              <a:rPr lang="en" sz="1000" b="1" i="0" u="none" strike="noStrike" cap="none">
                <a:solidFill>
                  <a:srgbClr val="12E5F8"/>
                </a:solidFill>
                <a:latin typeface="Tajawal"/>
                <a:ea typeface="Tajawal"/>
                <a:cs typeface="Tajawal"/>
                <a:sym typeface="Tajawal"/>
              </a:rPr>
              <a:t>أقوى نقطة لديه</a:t>
            </a: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cxnSp>
        <p:nvCxnSpPr>
          <p:cNvPr id="247" name="Google Shape;247;g3fa33d35305_0_223"/>
          <p:cNvCxnSpPr/>
          <p:nvPr/>
        </p:nvCxnSpPr>
        <p:spPr>
          <a:xfrm>
            <a:off x="6615913" y="3168396"/>
            <a:ext cx="0" cy="288000"/>
          </a:xfrm>
          <a:prstGeom prst="straightConnector1">
            <a:avLst/>
          </a:prstGeom>
          <a:noFill/>
          <a:ln w="9525" cap="flat" cmpd="sng">
            <a:solidFill>
              <a:srgbClr val="1E2C3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48" name="Google Shape;248;g3fa33d35305_0_223"/>
          <p:cNvCxnSpPr/>
          <p:nvPr/>
        </p:nvCxnSpPr>
        <p:spPr>
          <a:xfrm>
            <a:off x="5072863" y="3168396"/>
            <a:ext cx="0" cy="288000"/>
          </a:xfrm>
          <a:prstGeom prst="straightConnector1">
            <a:avLst/>
          </a:prstGeom>
          <a:noFill/>
          <a:ln w="9525" cap="flat" cmpd="sng">
            <a:solidFill>
              <a:srgbClr val="1E2C3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49" name="Google Shape;249;g3fa33d35305_0_223"/>
          <p:cNvCxnSpPr/>
          <p:nvPr/>
        </p:nvCxnSpPr>
        <p:spPr>
          <a:xfrm>
            <a:off x="3529813" y="3168396"/>
            <a:ext cx="0" cy="288000"/>
          </a:xfrm>
          <a:prstGeom prst="straightConnector1">
            <a:avLst/>
          </a:prstGeom>
          <a:noFill/>
          <a:ln w="9525" cap="flat" cmpd="sng">
            <a:solidFill>
              <a:srgbClr val="1E2C3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50" name="Google Shape;250;g3fa33d35305_0_223"/>
          <p:cNvCxnSpPr/>
          <p:nvPr/>
        </p:nvCxnSpPr>
        <p:spPr>
          <a:xfrm>
            <a:off x="1986763" y="3168396"/>
            <a:ext cx="0" cy="288000"/>
          </a:xfrm>
          <a:prstGeom prst="straightConnector1">
            <a:avLst/>
          </a:prstGeom>
          <a:noFill/>
          <a:ln w="9525" cap="flat" cmpd="sng">
            <a:solidFill>
              <a:srgbClr val="1E2C3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1" name="Google Shape;251;g3fa33d35305_0_223"/>
          <p:cNvSpPr/>
          <p:nvPr/>
        </p:nvSpPr>
        <p:spPr>
          <a:xfrm>
            <a:off x="457429" y="3579876"/>
            <a:ext cx="8229600" cy="425100"/>
          </a:xfrm>
          <a:prstGeom prst="roundRect">
            <a:avLst>
              <a:gd name="adj" fmla="val 4839"/>
            </a:avLst>
          </a:prstGeom>
          <a:solidFill>
            <a:srgbClr val="0B1219"/>
          </a:solidFill>
          <a:ln w="9525" cap="flat" cmpd="sng">
            <a:solidFill>
              <a:srgbClr val="1E2C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g3fa33d35305_0_223"/>
          <p:cNvSpPr txBox="1"/>
          <p:nvPr/>
        </p:nvSpPr>
        <p:spPr>
          <a:xfrm>
            <a:off x="6711925" y="3579876"/>
            <a:ext cx="1892700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E5F8"/>
              </a:buClr>
              <a:buSzPts val="900"/>
              <a:buFont typeface="Tajawal"/>
              <a:buNone/>
            </a:pPr>
            <a:r>
              <a:rPr lang="en" sz="1000" b="1" i="0" u="none" strike="noStrike" cap="none">
                <a:solidFill>
                  <a:srgbClr val="12E5F8"/>
                </a:solidFill>
                <a:latin typeface="Tajawal"/>
                <a:ea typeface="Tajawal"/>
                <a:cs typeface="Tajawal"/>
                <a:sym typeface="Tajawal"/>
              </a:rPr>
              <a:t>أوضح فجوة لديه</a:t>
            </a: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cxnSp>
        <p:nvCxnSpPr>
          <p:cNvPr id="253" name="Google Shape;253;g3fa33d35305_0_223"/>
          <p:cNvCxnSpPr/>
          <p:nvPr/>
        </p:nvCxnSpPr>
        <p:spPr>
          <a:xfrm>
            <a:off x="6615913" y="3648456"/>
            <a:ext cx="0" cy="288000"/>
          </a:xfrm>
          <a:prstGeom prst="straightConnector1">
            <a:avLst/>
          </a:prstGeom>
          <a:noFill/>
          <a:ln w="9525" cap="flat" cmpd="sng">
            <a:solidFill>
              <a:srgbClr val="1E2C3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54" name="Google Shape;254;g3fa33d35305_0_223"/>
          <p:cNvCxnSpPr/>
          <p:nvPr/>
        </p:nvCxnSpPr>
        <p:spPr>
          <a:xfrm>
            <a:off x="5072863" y="3648456"/>
            <a:ext cx="0" cy="288000"/>
          </a:xfrm>
          <a:prstGeom prst="straightConnector1">
            <a:avLst/>
          </a:prstGeom>
          <a:noFill/>
          <a:ln w="9525" cap="flat" cmpd="sng">
            <a:solidFill>
              <a:srgbClr val="1E2C3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55" name="Google Shape;255;g3fa33d35305_0_223"/>
          <p:cNvCxnSpPr/>
          <p:nvPr/>
        </p:nvCxnSpPr>
        <p:spPr>
          <a:xfrm>
            <a:off x="3529813" y="3648456"/>
            <a:ext cx="0" cy="288000"/>
          </a:xfrm>
          <a:prstGeom prst="straightConnector1">
            <a:avLst/>
          </a:prstGeom>
          <a:noFill/>
          <a:ln w="9525" cap="flat" cmpd="sng">
            <a:solidFill>
              <a:srgbClr val="1E2C3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56" name="Google Shape;256;g3fa33d35305_0_223"/>
          <p:cNvCxnSpPr/>
          <p:nvPr/>
        </p:nvCxnSpPr>
        <p:spPr>
          <a:xfrm>
            <a:off x="1986763" y="3648456"/>
            <a:ext cx="0" cy="288000"/>
          </a:xfrm>
          <a:prstGeom prst="straightConnector1">
            <a:avLst/>
          </a:prstGeom>
          <a:noFill/>
          <a:ln w="9525" cap="flat" cmpd="sng">
            <a:solidFill>
              <a:srgbClr val="1E2C3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7" name="Google Shape;257;g3fa33d35305_0_223"/>
          <p:cNvSpPr/>
          <p:nvPr/>
        </p:nvSpPr>
        <p:spPr>
          <a:xfrm>
            <a:off x="457429" y="4101084"/>
            <a:ext cx="8229600" cy="377100"/>
          </a:xfrm>
          <a:prstGeom prst="roundRect">
            <a:avLst>
              <a:gd name="adj" fmla="val 5455"/>
            </a:avLst>
          </a:prstGeom>
          <a:solidFill>
            <a:srgbClr val="10202F"/>
          </a:solidFill>
          <a:ln w="9525" cap="flat" cmpd="sng">
            <a:solidFill>
              <a:srgbClr val="AEDB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g3fa33d35305_0_223"/>
          <p:cNvSpPr txBox="1"/>
          <p:nvPr/>
        </p:nvSpPr>
        <p:spPr>
          <a:xfrm>
            <a:off x="663169" y="4101084"/>
            <a:ext cx="78180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ajawal"/>
              <a:buNone/>
            </a:pPr>
            <a:r>
              <a:rPr lang="en" sz="1000" b="1" i="0" u="none" strike="noStrike" cap="none">
                <a:solidFill>
                  <a:srgbClr val="FFFFFF"/>
                </a:solidFill>
                <a:latin typeface="Tajawal"/>
                <a:ea typeface="Tajawal"/>
                <a:cs typeface="Tajawal"/>
                <a:sym typeface="Tajawal"/>
              </a:rPr>
              <a:t>نقطة التمايز = ما تجيدونه ويريده المستخدم ولا يقدّمه أحد اليوم. اكتبوها في سطر واحد أسفل الجدول.</a:t>
            </a: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259" name="Google Shape;259;g3fa33d35305_0_223"/>
          <p:cNvSpPr/>
          <p:nvPr/>
        </p:nvSpPr>
        <p:spPr>
          <a:xfrm>
            <a:off x="457429" y="4539996"/>
            <a:ext cx="8229600" cy="288000"/>
          </a:xfrm>
          <a:prstGeom prst="roundRect">
            <a:avLst>
              <a:gd name="adj" fmla="val 9524"/>
            </a:avLst>
          </a:prstGeom>
          <a:solidFill>
            <a:srgbClr val="021B4E"/>
          </a:solidFill>
          <a:ln w="7150" cap="flat" cmpd="sng">
            <a:solidFill>
              <a:srgbClr val="00339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g3fa33d35305_0_223"/>
          <p:cNvSpPr txBox="1"/>
          <p:nvPr/>
        </p:nvSpPr>
        <p:spPr>
          <a:xfrm>
            <a:off x="834619" y="4539996"/>
            <a:ext cx="74751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Tajawal"/>
              <a:buNone/>
            </a:pPr>
            <a:r>
              <a:rPr lang="en" sz="1000" b="0" i="0" u="none" strike="noStrike" cap="none">
                <a:solidFill>
                  <a:srgbClr val="FFFFFF"/>
                </a:solidFill>
                <a:latin typeface="Tajawal"/>
                <a:ea typeface="Tajawal"/>
                <a:cs typeface="Tajawal"/>
                <a:sym typeface="Tajawal"/>
              </a:rPr>
              <a:t>تحدي الجامعات 2026  |  اليوم الأول — الجلسة 3: التحقق من العميل والسوق</a:t>
            </a: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261" name="Google Shape;261;g3fa33d35305_0_223"/>
          <p:cNvSpPr txBox="1"/>
          <p:nvPr/>
        </p:nvSpPr>
        <p:spPr>
          <a:xfrm>
            <a:off x="539725" y="4539996"/>
            <a:ext cx="3429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DB0B"/>
              </a:buClr>
              <a:buSzPts val="800"/>
              <a:buFont typeface="Tajawal"/>
              <a:buNone/>
            </a:pPr>
            <a:r>
              <a:rPr lang="en" sz="1000" b="1" i="0" u="none" strike="noStrike" cap="none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10</a:t>
            </a: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3" name="Google Shape;223;g3fa33d35305_0_223">
            <a:extLst>
              <a:ext uri="{FF2B5EF4-FFF2-40B4-BE49-F238E27FC236}">
                <a16:creationId xmlns:a16="http://schemas.microsoft.com/office/drawing/2014/main" id="{B4A76578-C684-57B3-325F-CFE5BC69E64A}"/>
              </a:ext>
            </a:extLst>
          </p:cNvPr>
          <p:cNvSpPr txBox="1"/>
          <p:nvPr/>
        </p:nvSpPr>
        <p:spPr>
          <a:xfrm>
            <a:off x="5168874" y="2150739"/>
            <a:ext cx="1378500" cy="3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r" rtl="1"/>
            <a:r>
              <a:rPr lang="en" sz="800" b="1" dirty="0" err="1">
                <a:solidFill>
                  <a:srgbClr val="FFFFFF"/>
                </a:solidFill>
                <a:latin typeface="Tajawal"/>
                <a:cs typeface="Tajawal"/>
              </a:rPr>
              <a:t>النساء</a:t>
            </a:r>
            <a:r>
              <a:rPr lang="en" sz="8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800" b="1" dirty="0" err="1">
                <a:solidFill>
                  <a:srgbClr val="FFFFFF"/>
                </a:solidFill>
                <a:latin typeface="Tajawal"/>
                <a:cs typeface="Tajawal"/>
              </a:rPr>
              <a:t>الحوامل</a:t>
            </a:r>
            <a:r>
              <a:rPr lang="en" sz="800" b="1" dirty="0">
                <a:solidFill>
                  <a:srgbClr val="FFFFFF"/>
                </a:solidFill>
                <a:latin typeface="Tajawal"/>
                <a:cs typeface="Tajawal"/>
              </a:rPr>
              <a:t>، </a:t>
            </a:r>
            <a:r>
              <a:rPr lang="en" sz="800" b="1" dirty="0" err="1">
                <a:solidFill>
                  <a:srgbClr val="FFFFFF"/>
                </a:solidFill>
                <a:latin typeface="Tajawal"/>
                <a:cs typeface="Tajawal"/>
              </a:rPr>
              <a:t>خاصةً</a:t>
            </a:r>
            <a:r>
              <a:rPr lang="en" sz="8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800" b="1" dirty="0" err="1">
                <a:solidFill>
                  <a:srgbClr val="FFFFFF"/>
                </a:solidFill>
                <a:latin typeface="Tajawal"/>
                <a:cs typeface="Tajawal"/>
              </a:rPr>
              <a:t>لمتابعة</a:t>
            </a:r>
            <a:r>
              <a:rPr lang="en" sz="8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800" b="1" dirty="0" err="1">
                <a:solidFill>
                  <a:srgbClr val="FFFFFF"/>
                </a:solidFill>
                <a:latin typeface="Tajawal"/>
                <a:cs typeface="Tajawal"/>
              </a:rPr>
              <a:t>مخاطر</a:t>
            </a:r>
            <a:r>
              <a:rPr lang="en" sz="8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800" b="1" dirty="0" err="1">
                <a:solidFill>
                  <a:srgbClr val="FFFFFF"/>
                </a:solidFill>
                <a:latin typeface="Tajawal"/>
                <a:cs typeface="Tajawal"/>
              </a:rPr>
              <a:t>اضطرابات</a:t>
            </a:r>
            <a:r>
              <a:rPr lang="en" sz="8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800" b="1" dirty="0" err="1">
                <a:solidFill>
                  <a:srgbClr val="FFFFFF"/>
                </a:solidFill>
                <a:latin typeface="Tajawal"/>
                <a:cs typeface="Tajawal"/>
              </a:rPr>
              <a:t>ضغط</a:t>
            </a:r>
            <a:r>
              <a:rPr lang="en" sz="8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800" b="1" dirty="0" err="1">
                <a:solidFill>
                  <a:srgbClr val="FFFFFF"/>
                </a:solidFill>
                <a:latin typeface="Tajawal"/>
                <a:cs typeface="Tajawal"/>
              </a:rPr>
              <a:t>الدم</a:t>
            </a:r>
            <a:r>
              <a:rPr lang="en" sz="8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800" b="1" dirty="0" err="1">
                <a:solidFill>
                  <a:srgbClr val="FFFFFF"/>
                </a:solidFill>
                <a:latin typeface="Tajawal"/>
                <a:cs typeface="Tajawal"/>
              </a:rPr>
              <a:t>أثناء</a:t>
            </a:r>
            <a:r>
              <a:rPr lang="en" sz="8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800" b="1" dirty="0" err="1">
                <a:solidFill>
                  <a:srgbClr val="FFFFFF"/>
                </a:solidFill>
                <a:latin typeface="Tajawal"/>
                <a:cs typeface="Tajawal"/>
              </a:rPr>
              <a:t>الحمل</a:t>
            </a:r>
            <a:r>
              <a:rPr lang="en-US" sz="800" dirty="0"/>
              <a:t>v</a:t>
            </a:r>
            <a:endParaRPr lang="en-US"/>
          </a:p>
        </p:txBody>
      </p:sp>
      <p:sp>
        <p:nvSpPr>
          <p:cNvPr id="4" name="Google Shape;223;g3fa33d35305_0_223">
            <a:extLst>
              <a:ext uri="{FF2B5EF4-FFF2-40B4-BE49-F238E27FC236}">
                <a16:creationId xmlns:a16="http://schemas.microsoft.com/office/drawing/2014/main" id="{1742CD63-5DA2-3A39-4D36-82332CAF7033}"/>
              </a:ext>
            </a:extLst>
          </p:cNvPr>
          <p:cNvSpPr txBox="1"/>
          <p:nvPr/>
        </p:nvSpPr>
        <p:spPr>
          <a:xfrm>
            <a:off x="5168875" y="2618331"/>
            <a:ext cx="1378500" cy="3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rtl="1"/>
            <a:r>
              <a:rPr lang="en" sz="1000" b="1" dirty="0" err="1">
                <a:solidFill>
                  <a:srgbClr val="FFFFFF"/>
                </a:solidFill>
                <a:latin typeface="Tajawal"/>
                <a:cs typeface="Tajawal"/>
              </a:rPr>
              <a:t>مجاني</a:t>
            </a:r>
            <a:endParaRPr lang="en-US" dirty="0" err="1"/>
          </a:p>
        </p:txBody>
      </p:sp>
      <p:sp>
        <p:nvSpPr>
          <p:cNvPr id="5" name="Google Shape;223;g3fa33d35305_0_223">
            <a:extLst>
              <a:ext uri="{FF2B5EF4-FFF2-40B4-BE49-F238E27FC236}">
                <a16:creationId xmlns:a16="http://schemas.microsoft.com/office/drawing/2014/main" id="{E07B70B1-3688-F66C-0EBC-B40E214DB0A2}"/>
              </a:ext>
            </a:extLst>
          </p:cNvPr>
          <p:cNvSpPr txBox="1"/>
          <p:nvPr/>
        </p:nvSpPr>
        <p:spPr>
          <a:xfrm>
            <a:off x="4998166" y="3041389"/>
            <a:ext cx="1482408" cy="457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r" rtl="1"/>
            <a:r>
              <a:rPr lang="en" sz="1000" b="1" dirty="0" err="1">
                <a:solidFill>
                  <a:srgbClr val="FFFFFF"/>
                </a:solidFill>
                <a:latin typeface="Tajawal"/>
                <a:cs typeface="Tajawal"/>
              </a:rPr>
              <a:t>ترك</a:t>
            </a:r>
            <a:r>
              <a:rPr lang="en" sz="900" b="1" dirty="0" err="1">
                <a:solidFill>
                  <a:srgbClr val="FFFFFF"/>
                </a:solidFill>
                <a:latin typeface="Tajawal"/>
                <a:cs typeface="Tajawal"/>
              </a:rPr>
              <a:t>يز</a:t>
            </a:r>
            <a:r>
              <a:rPr lang="en" sz="9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rgbClr val="FFFFFF"/>
                </a:solidFill>
                <a:latin typeface="Tajawal"/>
                <a:cs typeface="Tajawal"/>
              </a:rPr>
              <a:t>مباشر</a:t>
            </a:r>
            <a:r>
              <a:rPr lang="en" sz="9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rgbClr val="FFFFFF"/>
                </a:solidFill>
                <a:latin typeface="Tajawal"/>
                <a:cs typeface="Tajawal"/>
              </a:rPr>
              <a:t>على</a:t>
            </a:r>
            <a:r>
              <a:rPr lang="en" sz="9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rgbClr val="FFFFFF"/>
                </a:solidFill>
                <a:latin typeface="Tajawal"/>
                <a:cs typeface="Tajawal"/>
              </a:rPr>
              <a:t>تسمم</a:t>
            </a:r>
            <a:r>
              <a:rPr lang="en" sz="9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rgbClr val="FFFFFF"/>
                </a:solidFill>
                <a:latin typeface="Tajawal"/>
                <a:cs typeface="Tajawal"/>
              </a:rPr>
              <a:t>الحمل</a:t>
            </a:r>
            <a:r>
              <a:rPr lang="en" sz="9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rgbClr val="FFFFFF"/>
                </a:solidFill>
                <a:latin typeface="Tajawal"/>
                <a:cs typeface="Tajawal"/>
              </a:rPr>
              <a:t>واضطرابات</a:t>
            </a:r>
            <a:r>
              <a:rPr lang="en" sz="9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rgbClr val="FFFFFF"/>
                </a:solidFill>
                <a:latin typeface="Tajawal"/>
                <a:cs typeface="Tajawal"/>
              </a:rPr>
              <a:t>ضغط</a:t>
            </a:r>
            <a:r>
              <a:rPr lang="en" sz="9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rgbClr val="FFFFFF"/>
                </a:solidFill>
                <a:latin typeface="Tajawal"/>
                <a:cs typeface="Tajawal"/>
              </a:rPr>
              <a:t>الدم</a:t>
            </a:r>
            <a:r>
              <a:rPr lang="en" sz="9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rgbClr val="FFFFFF"/>
                </a:solidFill>
                <a:latin typeface="Tajawal"/>
                <a:cs typeface="Tajawal"/>
              </a:rPr>
              <a:t>مع</a:t>
            </a:r>
            <a:r>
              <a:rPr lang="en" sz="9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rgbClr val="FFFFFF"/>
                </a:solidFill>
                <a:latin typeface="Tajawal"/>
                <a:cs typeface="Tajawal"/>
              </a:rPr>
              <a:t>تقييم</a:t>
            </a:r>
            <a:r>
              <a:rPr lang="en" sz="9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rgbClr val="FFFFFF"/>
                </a:solidFill>
                <a:latin typeface="Tajawal"/>
                <a:cs typeface="Tajawal"/>
              </a:rPr>
              <a:t>شخصي</a:t>
            </a:r>
            <a:endParaRPr lang="en-US" sz="900"/>
          </a:p>
        </p:txBody>
      </p:sp>
      <p:sp>
        <p:nvSpPr>
          <p:cNvPr id="6" name="Google Shape;223;g3fa33d35305_0_223">
            <a:extLst>
              <a:ext uri="{FF2B5EF4-FFF2-40B4-BE49-F238E27FC236}">
                <a16:creationId xmlns:a16="http://schemas.microsoft.com/office/drawing/2014/main" id="{009309F6-84DE-2F38-F471-9F2C96B992F9}"/>
              </a:ext>
            </a:extLst>
          </p:cNvPr>
          <p:cNvSpPr txBox="1"/>
          <p:nvPr/>
        </p:nvSpPr>
        <p:spPr>
          <a:xfrm>
            <a:off x="5161453" y="3583201"/>
            <a:ext cx="1378500" cy="3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r" rtl="1"/>
            <a:r>
              <a:rPr lang="en" sz="1000" b="1" dirty="0" err="1">
                <a:solidFill>
                  <a:srgbClr val="FFFFFF"/>
                </a:solidFill>
                <a:latin typeface="Tajawal"/>
                <a:cs typeface="Tajawal"/>
              </a:rPr>
              <a:t>لا</a:t>
            </a:r>
            <a:r>
              <a:rPr lang="en" sz="10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rgbClr val="FFFFFF"/>
                </a:solidFill>
                <a:latin typeface="Tajawal"/>
                <a:cs typeface="Tajawal"/>
              </a:rPr>
              <a:t>يبرز</a:t>
            </a:r>
            <a:r>
              <a:rPr lang="en" sz="10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rgbClr val="FFFFFF"/>
                </a:solidFill>
                <a:latin typeface="Tajawal"/>
                <a:cs typeface="Tajawal"/>
              </a:rPr>
              <a:t>موثوقية</a:t>
            </a:r>
            <a:r>
              <a:rPr lang="en" sz="10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rgbClr val="FFFFFF"/>
                </a:solidFill>
                <a:latin typeface="Tajawal"/>
                <a:cs typeface="Tajawal"/>
              </a:rPr>
              <a:t>واكتمال</a:t>
            </a:r>
            <a:r>
              <a:rPr lang="en" sz="10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rgbClr val="FFFFFF"/>
                </a:solidFill>
                <a:latin typeface="Tajawal"/>
                <a:cs typeface="Tajawal"/>
              </a:rPr>
              <a:t>المعلومات</a:t>
            </a:r>
            <a:r>
              <a:rPr lang="en" sz="10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rgbClr val="FFFFFF"/>
                </a:solidFill>
                <a:latin typeface="Tajawal"/>
                <a:cs typeface="Tajawal"/>
              </a:rPr>
              <a:t>كطبقة</a:t>
            </a:r>
            <a:r>
              <a:rPr lang="en" sz="10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rgbClr val="FFFFFF"/>
                </a:solidFill>
                <a:latin typeface="Tajawal"/>
                <a:cs typeface="Tajawal"/>
              </a:rPr>
              <a:t>تقييم</a:t>
            </a:r>
            <a:r>
              <a:rPr lang="en" sz="10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rgbClr val="FFFFFF"/>
                </a:solidFill>
                <a:latin typeface="Tajawal"/>
                <a:cs typeface="Tajawal"/>
              </a:rPr>
              <a:t>مستقلة</a:t>
            </a:r>
            <a:endParaRPr lang="en-US" dirty="0" err="1"/>
          </a:p>
        </p:txBody>
      </p:sp>
      <p:sp>
        <p:nvSpPr>
          <p:cNvPr id="7" name="Google Shape;223;g3fa33d35305_0_223">
            <a:extLst>
              <a:ext uri="{FF2B5EF4-FFF2-40B4-BE49-F238E27FC236}">
                <a16:creationId xmlns:a16="http://schemas.microsoft.com/office/drawing/2014/main" id="{8679127E-08C8-CE5F-C693-8178BB7D0836}"/>
              </a:ext>
            </a:extLst>
          </p:cNvPr>
          <p:cNvSpPr txBox="1"/>
          <p:nvPr/>
        </p:nvSpPr>
        <p:spPr>
          <a:xfrm>
            <a:off x="5168873" y="1623771"/>
            <a:ext cx="1378500" cy="3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rtl="1"/>
            <a:r>
              <a:rPr lang="en" sz="800" b="1" dirty="0" err="1">
                <a:solidFill>
                  <a:srgbClr val="FFFFFF"/>
                </a:solidFill>
                <a:latin typeface="Tajawal"/>
                <a:cs typeface="Tajawal"/>
              </a:rPr>
              <a:t>تقييم</a:t>
            </a:r>
            <a:r>
              <a:rPr lang="en" sz="8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800" b="1" dirty="0" err="1">
                <a:solidFill>
                  <a:srgbClr val="FFFFFF"/>
                </a:solidFill>
                <a:latin typeface="Tajawal"/>
                <a:cs typeface="Tajawal"/>
              </a:rPr>
              <a:t>ومتابعة</a:t>
            </a:r>
            <a:r>
              <a:rPr lang="en" sz="8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800" b="1" dirty="0" err="1">
                <a:solidFill>
                  <a:srgbClr val="FFFFFF"/>
                </a:solidFill>
                <a:latin typeface="Tajawal"/>
                <a:cs typeface="Tajawal"/>
              </a:rPr>
              <a:t>مخاطر</a:t>
            </a:r>
            <a:r>
              <a:rPr lang="en" sz="8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800" b="1" dirty="0" err="1">
                <a:solidFill>
                  <a:srgbClr val="FFFFFF"/>
                </a:solidFill>
                <a:latin typeface="Tajawal"/>
                <a:cs typeface="Tajawal"/>
              </a:rPr>
              <a:t>ارتفاع</a:t>
            </a:r>
            <a:r>
              <a:rPr lang="en" sz="8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800" b="1" dirty="0" err="1">
                <a:solidFill>
                  <a:srgbClr val="FFFFFF"/>
                </a:solidFill>
                <a:latin typeface="Tajawal"/>
                <a:cs typeface="Tajawal"/>
              </a:rPr>
              <a:t>ضغط</a:t>
            </a:r>
            <a:r>
              <a:rPr lang="en" sz="8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800" b="1" dirty="0" err="1">
                <a:solidFill>
                  <a:srgbClr val="FFFFFF"/>
                </a:solidFill>
                <a:latin typeface="Tajawal"/>
                <a:cs typeface="Tajawal"/>
              </a:rPr>
              <a:t>الدم</a:t>
            </a:r>
            <a:r>
              <a:rPr lang="en" sz="8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800" b="1" dirty="0" err="1">
                <a:solidFill>
                  <a:srgbClr val="FFFFFF"/>
                </a:solidFill>
                <a:latin typeface="Tajawal"/>
                <a:cs typeface="Tajawal"/>
              </a:rPr>
              <a:t>وتسمم</a:t>
            </a:r>
            <a:r>
              <a:rPr lang="en" sz="8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800" b="1" dirty="0" err="1">
                <a:solidFill>
                  <a:srgbClr val="FFFFFF"/>
                </a:solidFill>
                <a:latin typeface="Tajawal"/>
                <a:cs typeface="Tajawal"/>
              </a:rPr>
              <a:t>الحمل</a:t>
            </a:r>
            <a:endParaRPr lang="en" err="1"/>
          </a:p>
          <a:p>
            <a:pPr algn="ctr" rtl="1"/>
            <a:endParaRPr lang="en" sz="800" b="1" dirty="0">
              <a:solidFill>
                <a:srgbClr val="FFFFFF"/>
              </a:solidFill>
              <a:latin typeface="Tajawal"/>
              <a:cs typeface="Tajawal"/>
            </a:endParaRPr>
          </a:p>
        </p:txBody>
      </p:sp>
      <p:sp>
        <p:nvSpPr>
          <p:cNvPr id="8" name="Google Shape;225;g3fa33d35305_0_223">
            <a:extLst>
              <a:ext uri="{FF2B5EF4-FFF2-40B4-BE49-F238E27FC236}">
                <a16:creationId xmlns:a16="http://schemas.microsoft.com/office/drawing/2014/main" id="{3F8C3878-3AE3-08B2-B61E-88B2BD7B31F2}"/>
              </a:ext>
            </a:extLst>
          </p:cNvPr>
          <p:cNvSpPr txBox="1"/>
          <p:nvPr/>
        </p:nvSpPr>
        <p:spPr>
          <a:xfrm>
            <a:off x="3626567" y="1623772"/>
            <a:ext cx="1378500" cy="3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r" rtl="1"/>
            <a:r>
              <a:rPr lang="en" sz="1000" b="1" dirty="0" err="1">
                <a:solidFill>
                  <a:srgbClr val="FFFFFF"/>
                </a:solidFill>
                <a:latin typeface="Tajawal"/>
                <a:cs typeface="Tajawal"/>
              </a:rPr>
              <a:t>خدمات</a:t>
            </a:r>
            <a:r>
              <a:rPr lang="en" sz="10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rgbClr val="FFFFFF"/>
                </a:solidFill>
                <a:latin typeface="Tajawal"/>
                <a:cs typeface="Tajawal"/>
              </a:rPr>
              <a:t>رقمية</a:t>
            </a:r>
            <a:r>
              <a:rPr lang="en" sz="10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rgbClr val="FFFFFF"/>
                </a:solidFill>
                <a:latin typeface="Tajawal"/>
                <a:cs typeface="Tajawal"/>
              </a:rPr>
              <a:t>لصحة</a:t>
            </a:r>
            <a:r>
              <a:rPr lang="en" sz="10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rgbClr val="FFFFFF"/>
                </a:solidFill>
                <a:latin typeface="Tajawal"/>
                <a:cs typeface="Tajawal"/>
              </a:rPr>
              <a:t>المرأة</a:t>
            </a:r>
            <a:r>
              <a:rPr lang="en" sz="10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rgbClr val="FFFFFF"/>
                </a:solidFill>
                <a:latin typeface="Tajawal"/>
                <a:cs typeface="Tajawal"/>
              </a:rPr>
              <a:t>والحمل</a:t>
            </a:r>
            <a:r>
              <a:rPr lang="en" sz="10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rgbClr val="FFFFFF"/>
                </a:solidFill>
                <a:latin typeface="Tajawal"/>
                <a:cs typeface="Tajawal"/>
              </a:rPr>
              <a:t>ودعم</a:t>
            </a:r>
            <a:r>
              <a:rPr lang="en" sz="10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rgbClr val="FFFFFF"/>
                </a:solidFill>
                <a:latin typeface="Tajawal"/>
                <a:cs typeface="Tajawal"/>
              </a:rPr>
              <a:t>صحي</a:t>
            </a:r>
            <a:r>
              <a:rPr lang="en" sz="10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rgbClr val="FFFFFF"/>
                </a:solidFill>
                <a:latin typeface="Tajawal"/>
                <a:cs typeface="Tajawal"/>
              </a:rPr>
              <a:t>مخصص</a:t>
            </a:r>
            <a:endParaRPr lang="en-US" dirty="0" err="1"/>
          </a:p>
        </p:txBody>
      </p:sp>
      <p:sp>
        <p:nvSpPr>
          <p:cNvPr id="9" name="Google Shape;225;g3fa33d35305_0_223">
            <a:extLst>
              <a:ext uri="{FF2B5EF4-FFF2-40B4-BE49-F238E27FC236}">
                <a16:creationId xmlns:a16="http://schemas.microsoft.com/office/drawing/2014/main" id="{544DE533-F813-C90D-22AB-ADBA47547B46}"/>
              </a:ext>
            </a:extLst>
          </p:cNvPr>
          <p:cNvSpPr txBox="1"/>
          <p:nvPr/>
        </p:nvSpPr>
        <p:spPr>
          <a:xfrm>
            <a:off x="3626566" y="2150739"/>
            <a:ext cx="1378500" cy="3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r" rtl="1"/>
            <a:r>
              <a:rPr lang="en" sz="1000" b="1" dirty="0" err="1">
                <a:solidFill>
                  <a:srgbClr val="FFFFFF"/>
                </a:solidFill>
                <a:latin typeface="Tajawal"/>
                <a:cs typeface="Tajawal"/>
              </a:rPr>
              <a:t>النساء</a:t>
            </a:r>
            <a:r>
              <a:rPr lang="en" sz="10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rgbClr val="FFFFFF"/>
                </a:solidFill>
                <a:latin typeface="Tajawal"/>
                <a:cs typeface="Tajawal"/>
              </a:rPr>
              <a:t>في</a:t>
            </a:r>
            <a:r>
              <a:rPr lang="en" sz="10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rgbClr val="FFFFFF"/>
                </a:solidFill>
                <a:latin typeface="Tajawal"/>
                <a:cs typeface="Tajawal"/>
              </a:rPr>
              <a:t>مراحل</a:t>
            </a:r>
            <a:r>
              <a:rPr lang="en" sz="10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rgbClr val="FFFFFF"/>
                </a:solidFill>
                <a:latin typeface="Tajawal"/>
                <a:cs typeface="Tajawal"/>
              </a:rPr>
              <a:t>صحية</a:t>
            </a:r>
            <a:r>
              <a:rPr lang="en" sz="10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rgbClr val="FFFFFF"/>
                </a:solidFill>
                <a:latin typeface="Tajawal"/>
                <a:cs typeface="Tajawal"/>
              </a:rPr>
              <a:t>مختلفة</a:t>
            </a:r>
            <a:r>
              <a:rPr lang="en" sz="1000" b="1" dirty="0">
                <a:solidFill>
                  <a:srgbClr val="FFFFFF"/>
                </a:solidFill>
                <a:latin typeface="Tajawal"/>
                <a:cs typeface="Tajawal"/>
              </a:rPr>
              <a:t>، </a:t>
            </a:r>
            <a:r>
              <a:rPr lang="en" sz="1000" b="1" dirty="0" err="1">
                <a:solidFill>
                  <a:srgbClr val="FFFFFF"/>
                </a:solidFill>
                <a:latin typeface="Tajawal"/>
                <a:cs typeface="Tajawal"/>
              </a:rPr>
              <a:t>بما</a:t>
            </a:r>
            <a:r>
              <a:rPr lang="en" sz="10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rgbClr val="FFFFFF"/>
                </a:solidFill>
                <a:latin typeface="Tajawal"/>
                <a:cs typeface="Tajawal"/>
              </a:rPr>
              <a:t>فيها</a:t>
            </a:r>
            <a:r>
              <a:rPr lang="en" sz="10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rgbClr val="FFFFFF"/>
                </a:solidFill>
                <a:latin typeface="Tajawal"/>
                <a:cs typeface="Tajawal"/>
              </a:rPr>
              <a:t>الحمل</a:t>
            </a:r>
            <a:endParaRPr lang="en-US" dirty="0" err="1"/>
          </a:p>
        </p:txBody>
      </p:sp>
      <p:sp>
        <p:nvSpPr>
          <p:cNvPr id="10" name="Google Shape;225;g3fa33d35305_0_223">
            <a:extLst>
              <a:ext uri="{FF2B5EF4-FFF2-40B4-BE49-F238E27FC236}">
                <a16:creationId xmlns:a16="http://schemas.microsoft.com/office/drawing/2014/main" id="{81154089-2B5A-ED59-2FE8-132975A6B69E}"/>
              </a:ext>
            </a:extLst>
          </p:cNvPr>
          <p:cNvSpPr txBox="1"/>
          <p:nvPr/>
        </p:nvSpPr>
        <p:spPr>
          <a:xfrm>
            <a:off x="3626567" y="2618331"/>
            <a:ext cx="1378500" cy="3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r" rtl="1"/>
            <a:r>
              <a:rPr lang="en" sz="1000" b="1" dirty="0" err="1">
                <a:solidFill>
                  <a:srgbClr val="FFFFFF"/>
                </a:solidFill>
                <a:latin typeface="Tajawal"/>
                <a:cs typeface="Tajawal"/>
              </a:rPr>
              <a:t>يختلف</a:t>
            </a:r>
            <a:r>
              <a:rPr lang="en" sz="10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rgbClr val="FFFFFF"/>
                </a:solidFill>
                <a:latin typeface="Tajawal"/>
                <a:cs typeface="Tajawal"/>
              </a:rPr>
              <a:t>حسب</a:t>
            </a:r>
            <a:r>
              <a:rPr lang="en" sz="10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rgbClr val="FFFFFF"/>
                </a:solidFill>
                <a:latin typeface="Tajawal"/>
                <a:cs typeface="Tajawal"/>
              </a:rPr>
              <a:t>الخدمة</a:t>
            </a:r>
            <a:r>
              <a:rPr lang="en" sz="10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rgbClr val="FFFFFF"/>
                </a:solidFill>
                <a:latin typeface="Tajawal"/>
                <a:cs typeface="Tajawal"/>
              </a:rPr>
              <a:t>والاشتراك</a:t>
            </a:r>
            <a:endParaRPr lang="en-US" dirty="0" err="1"/>
          </a:p>
        </p:txBody>
      </p:sp>
      <p:sp>
        <p:nvSpPr>
          <p:cNvPr id="11" name="Google Shape;225;g3fa33d35305_0_223">
            <a:extLst>
              <a:ext uri="{FF2B5EF4-FFF2-40B4-BE49-F238E27FC236}">
                <a16:creationId xmlns:a16="http://schemas.microsoft.com/office/drawing/2014/main" id="{01AF70C2-4B96-5D6F-3347-ED566BEF3A28}"/>
              </a:ext>
            </a:extLst>
          </p:cNvPr>
          <p:cNvSpPr txBox="1"/>
          <p:nvPr/>
        </p:nvSpPr>
        <p:spPr>
          <a:xfrm>
            <a:off x="3626566" y="3100765"/>
            <a:ext cx="1378500" cy="3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r" rtl="1"/>
            <a:r>
              <a:rPr lang="en" sz="1000" b="1" dirty="0" err="1">
                <a:solidFill>
                  <a:srgbClr val="FFFFFF"/>
                </a:solidFill>
                <a:latin typeface="Tajawal"/>
                <a:cs typeface="Tajawal"/>
              </a:rPr>
              <a:t>منصة</a:t>
            </a:r>
            <a:r>
              <a:rPr lang="en" sz="10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rgbClr val="FFFFFF"/>
                </a:solidFill>
                <a:latin typeface="Tajawal"/>
                <a:cs typeface="Tajawal"/>
              </a:rPr>
              <a:t>إقليمية</a:t>
            </a:r>
            <a:r>
              <a:rPr lang="en" sz="10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rgbClr val="FFFFFF"/>
                </a:solidFill>
                <a:latin typeface="Tajawal"/>
                <a:cs typeface="Tajawal"/>
              </a:rPr>
              <a:t>شاملة</a:t>
            </a:r>
            <a:r>
              <a:rPr lang="en" sz="10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rgbClr val="FFFFFF"/>
                </a:solidFill>
                <a:latin typeface="Tajawal"/>
                <a:cs typeface="Tajawal"/>
              </a:rPr>
              <a:t>تجمع</a:t>
            </a:r>
            <a:r>
              <a:rPr lang="en" sz="10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rgbClr val="FFFFFF"/>
                </a:solidFill>
                <a:latin typeface="Tajawal"/>
                <a:cs typeface="Tajawal"/>
              </a:rPr>
              <a:t>التقنية</a:t>
            </a:r>
            <a:r>
              <a:rPr lang="en" sz="10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rgbClr val="FFFFFF"/>
                </a:solidFill>
                <a:latin typeface="Tajawal"/>
                <a:cs typeface="Tajawal"/>
              </a:rPr>
              <a:t>وخدمات</a:t>
            </a:r>
            <a:r>
              <a:rPr lang="en" sz="10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rgbClr val="FFFFFF"/>
                </a:solidFill>
                <a:latin typeface="Tajawal"/>
                <a:cs typeface="Tajawal"/>
              </a:rPr>
              <a:t>صحة</a:t>
            </a:r>
            <a:r>
              <a:rPr lang="en" sz="10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rgbClr val="FFFFFF"/>
                </a:solidFill>
                <a:latin typeface="Tajawal"/>
                <a:cs typeface="Tajawal"/>
              </a:rPr>
              <a:t>المرأة</a:t>
            </a:r>
            <a:endParaRPr lang="en-US" dirty="0" err="1"/>
          </a:p>
        </p:txBody>
      </p:sp>
      <p:sp>
        <p:nvSpPr>
          <p:cNvPr id="12" name="Google Shape;225;g3fa33d35305_0_223">
            <a:extLst>
              <a:ext uri="{FF2B5EF4-FFF2-40B4-BE49-F238E27FC236}">
                <a16:creationId xmlns:a16="http://schemas.microsoft.com/office/drawing/2014/main" id="{60E9D18F-D842-5FEF-34E4-943220AF0253}"/>
              </a:ext>
            </a:extLst>
          </p:cNvPr>
          <p:cNvSpPr txBox="1"/>
          <p:nvPr/>
        </p:nvSpPr>
        <p:spPr>
          <a:xfrm>
            <a:off x="3626567" y="3583201"/>
            <a:ext cx="1378500" cy="3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r" rtl="1"/>
            <a:r>
              <a:rPr lang="en" sz="1000" b="1" dirty="0" err="1">
                <a:solidFill>
                  <a:srgbClr val="FFFFFF"/>
                </a:solidFill>
                <a:latin typeface="Tajawal"/>
                <a:cs typeface="Tajawal"/>
              </a:rPr>
              <a:t>غير</a:t>
            </a:r>
            <a:r>
              <a:rPr lang="en" sz="10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rgbClr val="FFFFFF"/>
                </a:solidFill>
                <a:latin typeface="Tajawal"/>
                <a:cs typeface="Tajawal"/>
              </a:rPr>
              <a:t>متخصص</a:t>
            </a:r>
            <a:r>
              <a:rPr lang="en" sz="10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rgbClr val="FFFFFF"/>
                </a:solidFill>
                <a:latin typeface="Tajawal"/>
                <a:cs typeface="Tajawal"/>
              </a:rPr>
              <a:t>بشكل</a:t>
            </a:r>
            <a:r>
              <a:rPr lang="en" sz="10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rgbClr val="FFFFFF"/>
                </a:solidFill>
                <a:latin typeface="Tajawal"/>
                <a:cs typeface="Tajawal"/>
              </a:rPr>
              <a:t>أساسي</a:t>
            </a:r>
            <a:r>
              <a:rPr lang="en" sz="10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rgbClr val="FFFFFF"/>
                </a:solidFill>
                <a:latin typeface="Tajawal"/>
                <a:cs typeface="Tajawal"/>
              </a:rPr>
              <a:t>في</a:t>
            </a:r>
            <a:r>
              <a:rPr lang="en" sz="10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rgbClr val="FFFFFF"/>
                </a:solidFill>
                <a:latin typeface="Tajawal"/>
                <a:cs typeface="Tajawal"/>
              </a:rPr>
              <a:t>تسمم</a:t>
            </a:r>
            <a:r>
              <a:rPr lang="en" sz="10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rgbClr val="FFFFFF"/>
                </a:solidFill>
                <a:latin typeface="Tajawal"/>
                <a:cs typeface="Tajawal"/>
              </a:rPr>
              <a:t>الحمل</a:t>
            </a:r>
            <a:endParaRPr lang="en-US" dirty="0" err="1"/>
          </a:p>
        </p:txBody>
      </p:sp>
      <p:sp>
        <p:nvSpPr>
          <p:cNvPr id="13" name="Google Shape;225;g3fa33d35305_0_223">
            <a:extLst>
              <a:ext uri="{FF2B5EF4-FFF2-40B4-BE49-F238E27FC236}">
                <a16:creationId xmlns:a16="http://schemas.microsoft.com/office/drawing/2014/main" id="{902982C6-8950-36B6-5658-1E38F7CE2B20}"/>
              </a:ext>
            </a:extLst>
          </p:cNvPr>
          <p:cNvSpPr txBox="1"/>
          <p:nvPr/>
        </p:nvSpPr>
        <p:spPr>
          <a:xfrm>
            <a:off x="1897223" y="1594082"/>
            <a:ext cx="1638272" cy="427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r" rtl="1"/>
            <a:r>
              <a:rPr lang="en" sz="900" b="1" dirty="0" err="1">
                <a:solidFill>
                  <a:srgbClr val="FFFFFF"/>
                </a:solidFill>
                <a:latin typeface="Tajawal"/>
                <a:cs typeface="Tajawal"/>
              </a:rPr>
              <a:t>البحث</a:t>
            </a:r>
            <a:r>
              <a:rPr lang="en" sz="9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rgbClr val="FFFFFF"/>
                </a:solidFill>
                <a:latin typeface="Tajawal"/>
                <a:cs typeface="Tajawal"/>
              </a:rPr>
              <a:t>الذاتي</a:t>
            </a:r>
            <a:r>
              <a:rPr lang="en" sz="900" b="1" dirty="0">
                <a:solidFill>
                  <a:srgbClr val="FFFFFF"/>
                </a:solidFill>
                <a:latin typeface="Tajawal"/>
                <a:cs typeface="Tajawal"/>
              </a:rPr>
              <a:t>، </a:t>
            </a:r>
            <a:r>
              <a:rPr lang="en" sz="900" b="1" dirty="0" err="1">
                <a:solidFill>
                  <a:srgbClr val="FFFFFF"/>
                </a:solidFill>
                <a:latin typeface="Tajawal"/>
                <a:cs typeface="Tajawal"/>
              </a:rPr>
              <a:t>سؤال</a:t>
            </a:r>
            <a:r>
              <a:rPr lang="en" sz="9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rgbClr val="FFFFFF"/>
                </a:solidFill>
                <a:latin typeface="Tajawal"/>
                <a:cs typeface="Tajawal"/>
              </a:rPr>
              <a:t>الأسرة</a:t>
            </a:r>
            <a:r>
              <a:rPr lang="en" sz="9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rgbClr val="FFFFFF"/>
                </a:solidFill>
                <a:latin typeface="Tajawal"/>
                <a:cs typeface="Tajawal"/>
              </a:rPr>
              <a:t>ومجموعات</a:t>
            </a:r>
            <a:r>
              <a:rPr lang="en" sz="9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rgbClr val="FFFFFF"/>
                </a:solidFill>
                <a:latin typeface="Tajawal"/>
                <a:cs typeface="Tajawal"/>
              </a:rPr>
              <a:t>الأمهات</a:t>
            </a:r>
            <a:r>
              <a:rPr lang="en" sz="900" b="1" dirty="0">
                <a:solidFill>
                  <a:srgbClr val="FFFFFF"/>
                </a:solidFill>
                <a:latin typeface="Tajawal"/>
                <a:cs typeface="Tajawal"/>
              </a:rPr>
              <a:t>، </a:t>
            </a:r>
            <a:r>
              <a:rPr lang="en" sz="900" b="1" dirty="0" err="1">
                <a:solidFill>
                  <a:srgbClr val="FFFFFF"/>
                </a:solidFill>
                <a:latin typeface="Tajawal"/>
                <a:cs typeface="Tajawal"/>
              </a:rPr>
              <a:t>ومراقبة</a:t>
            </a:r>
            <a:r>
              <a:rPr lang="en" sz="9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rgbClr val="FFFFFF"/>
                </a:solidFill>
                <a:latin typeface="Tajawal"/>
                <a:cs typeface="Tajawal"/>
              </a:rPr>
              <a:t>الأعراض</a:t>
            </a:r>
            <a:r>
              <a:rPr lang="en" sz="9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rgbClr val="FFFFFF"/>
                </a:solidFill>
                <a:latin typeface="Tajawal"/>
                <a:cs typeface="Tajawal"/>
              </a:rPr>
              <a:t>قبل</a:t>
            </a:r>
            <a:r>
              <a:rPr lang="en" sz="9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rgbClr val="FFFFFF"/>
                </a:solidFill>
                <a:latin typeface="Tajawal"/>
                <a:cs typeface="Tajawal"/>
              </a:rPr>
              <a:t>طلب</a:t>
            </a:r>
            <a:r>
              <a:rPr lang="en" sz="9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rgbClr val="FFFFFF"/>
                </a:solidFill>
                <a:latin typeface="Tajawal"/>
                <a:cs typeface="Tajawal"/>
              </a:rPr>
              <a:t>التقييم</a:t>
            </a:r>
            <a:r>
              <a:rPr lang="en" sz="9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rgbClr val="FFFFFF"/>
                </a:solidFill>
                <a:latin typeface="Tajawal"/>
                <a:cs typeface="Tajawal"/>
              </a:rPr>
              <a:t>الطبي</a:t>
            </a:r>
            <a:endParaRPr lang="en-US" sz="900" dirty="0"/>
          </a:p>
        </p:txBody>
      </p:sp>
      <p:sp>
        <p:nvSpPr>
          <p:cNvPr id="14" name="Google Shape;225;g3fa33d35305_0_223">
            <a:extLst>
              <a:ext uri="{FF2B5EF4-FFF2-40B4-BE49-F238E27FC236}">
                <a16:creationId xmlns:a16="http://schemas.microsoft.com/office/drawing/2014/main" id="{B2E74B7B-19DD-4D98-F840-54B771D92929}"/>
              </a:ext>
            </a:extLst>
          </p:cNvPr>
          <p:cNvSpPr txBox="1"/>
          <p:nvPr/>
        </p:nvSpPr>
        <p:spPr>
          <a:xfrm>
            <a:off x="2082774" y="2098785"/>
            <a:ext cx="1378500" cy="3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r" rtl="1"/>
            <a:r>
              <a:rPr lang="en" sz="900" b="1" dirty="0" err="1">
                <a:solidFill>
                  <a:srgbClr val="FFFFFF"/>
                </a:solidFill>
                <a:latin typeface="Tajawal"/>
                <a:cs typeface="Tajawal"/>
              </a:rPr>
              <a:t>الحوامل</a:t>
            </a:r>
            <a:r>
              <a:rPr lang="en" sz="9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rgbClr val="FFFFFF"/>
                </a:solidFill>
                <a:latin typeface="Tajawal"/>
                <a:cs typeface="Tajawal"/>
              </a:rPr>
              <a:t>الباحثات</a:t>
            </a:r>
            <a:r>
              <a:rPr lang="en" sz="9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rgbClr val="FFFFFF"/>
                </a:solidFill>
                <a:latin typeface="Tajawal"/>
                <a:cs typeface="Tajawal"/>
              </a:rPr>
              <a:t>عن</a:t>
            </a:r>
            <a:r>
              <a:rPr lang="en" sz="9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rgbClr val="FFFFFF"/>
                </a:solidFill>
                <a:latin typeface="Tajawal"/>
                <a:cs typeface="Tajawal"/>
              </a:rPr>
              <a:t>تفسير</a:t>
            </a:r>
            <a:r>
              <a:rPr lang="en" sz="9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rgbClr val="FFFFFF"/>
                </a:solidFill>
                <a:latin typeface="Tajawal"/>
                <a:cs typeface="Tajawal"/>
              </a:rPr>
              <a:t>سريع</a:t>
            </a:r>
            <a:r>
              <a:rPr lang="en" sz="9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rgbClr val="FFFFFF"/>
                </a:solidFill>
                <a:latin typeface="Tajawal"/>
                <a:cs typeface="Tajawal"/>
              </a:rPr>
              <a:t>لأعراضهن</a:t>
            </a:r>
            <a:r>
              <a:rPr lang="en" sz="9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rgbClr val="FFFFFF"/>
                </a:solidFill>
                <a:latin typeface="Tajawal"/>
                <a:cs typeface="Tajawal"/>
              </a:rPr>
              <a:t>أو</a:t>
            </a:r>
            <a:r>
              <a:rPr lang="en" sz="9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rgbClr val="FFFFFF"/>
                </a:solidFill>
                <a:latin typeface="Tajawal"/>
                <a:cs typeface="Tajawal"/>
              </a:rPr>
              <a:t>قياساتهن</a:t>
            </a:r>
            <a:endParaRPr lang="en-US" sz="900" dirty="0"/>
          </a:p>
        </p:txBody>
      </p:sp>
      <p:sp>
        <p:nvSpPr>
          <p:cNvPr id="15" name="Google Shape;225;g3fa33d35305_0_223">
            <a:extLst>
              <a:ext uri="{FF2B5EF4-FFF2-40B4-BE49-F238E27FC236}">
                <a16:creationId xmlns:a16="http://schemas.microsoft.com/office/drawing/2014/main" id="{F723E11B-7461-4FD7-1B34-D4664140850F}"/>
              </a:ext>
            </a:extLst>
          </p:cNvPr>
          <p:cNvSpPr txBox="1"/>
          <p:nvPr/>
        </p:nvSpPr>
        <p:spPr>
          <a:xfrm>
            <a:off x="2082774" y="3071077"/>
            <a:ext cx="1378500" cy="3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r" rtl="1"/>
            <a:r>
              <a:rPr lang="en" sz="1000" b="1" dirty="0" err="1">
                <a:solidFill>
                  <a:srgbClr val="FFFFFF"/>
                </a:solidFill>
                <a:latin typeface="Tajawal"/>
                <a:cs typeface="Tajawal"/>
              </a:rPr>
              <a:t>سريع</a:t>
            </a:r>
            <a:r>
              <a:rPr lang="en" sz="10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rgbClr val="FFFFFF"/>
                </a:solidFill>
                <a:latin typeface="Tajawal"/>
                <a:cs typeface="Tajawal"/>
              </a:rPr>
              <a:t>وسهل</a:t>
            </a:r>
            <a:r>
              <a:rPr lang="en" sz="10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rgbClr val="FFFFFF"/>
                </a:solidFill>
                <a:latin typeface="Tajawal"/>
                <a:cs typeface="Tajawal"/>
              </a:rPr>
              <a:t>الوصول</a:t>
            </a:r>
            <a:r>
              <a:rPr lang="en" sz="10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rgbClr val="FFFFFF"/>
                </a:solidFill>
                <a:latin typeface="Tajawal"/>
                <a:cs typeface="Tajawal"/>
              </a:rPr>
              <a:t>إليه</a:t>
            </a:r>
            <a:endParaRPr lang="en-US" b="1" dirty="0" err="1">
              <a:latin typeface="Tajawal"/>
              <a:cs typeface="Tajawal"/>
            </a:endParaRPr>
          </a:p>
        </p:txBody>
      </p:sp>
      <p:sp>
        <p:nvSpPr>
          <p:cNvPr id="16" name="Google Shape;225;g3fa33d35305_0_223">
            <a:extLst>
              <a:ext uri="{FF2B5EF4-FFF2-40B4-BE49-F238E27FC236}">
                <a16:creationId xmlns:a16="http://schemas.microsoft.com/office/drawing/2014/main" id="{B304DB59-371D-7F2E-D58A-0218030FBF5F}"/>
              </a:ext>
            </a:extLst>
          </p:cNvPr>
          <p:cNvSpPr txBox="1"/>
          <p:nvPr/>
        </p:nvSpPr>
        <p:spPr>
          <a:xfrm>
            <a:off x="2105041" y="2618331"/>
            <a:ext cx="1378500" cy="3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rtl="1"/>
            <a:r>
              <a:rPr lang="en" sz="1000" b="1" dirty="0" err="1">
                <a:solidFill>
                  <a:srgbClr val="FFFFFF"/>
                </a:solidFill>
                <a:latin typeface="Tajawal"/>
                <a:cs typeface="Tajawal"/>
              </a:rPr>
              <a:t>غالبًا</a:t>
            </a:r>
            <a:r>
              <a:rPr lang="en" sz="10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rgbClr val="FFFFFF"/>
                </a:solidFill>
                <a:latin typeface="Tajawal"/>
                <a:cs typeface="Tajawal"/>
              </a:rPr>
              <a:t>مجاني</a:t>
            </a:r>
            <a:endParaRPr lang="en-US" dirty="0" err="1"/>
          </a:p>
        </p:txBody>
      </p:sp>
      <p:sp>
        <p:nvSpPr>
          <p:cNvPr id="17" name="Google Shape;225;g3fa33d35305_0_223">
            <a:extLst>
              <a:ext uri="{FF2B5EF4-FFF2-40B4-BE49-F238E27FC236}">
                <a16:creationId xmlns:a16="http://schemas.microsoft.com/office/drawing/2014/main" id="{FCF104F5-E1C3-8522-F798-E003326F2A3D}"/>
              </a:ext>
            </a:extLst>
          </p:cNvPr>
          <p:cNvSpPr txBox="1"/>
          <p:nvPr/>
        </p:nvSpPr>
        <p:spPr>
          <a:xfrm>
            <a:off x="2082774" y="3583200"/>
            <a:ext cx="1378500" cy="3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r" rtl="1"/>
            <a:r>
              <a:rPr lang="en" sz="1000" b="1" dirty="0" err="1">
                <a:solidFill>
                  <a:srgbClr val="FFFFFF"/>
                </a:solidFill>
                <a:latin typeface="Tajawal"/>
                <a:cs typeface="Tajawal"/>
              </a:rPr>
              <a:t>المعلومات</a:t>
            </a:r>
            <a:r>
              <a:rPr lang="en" sz="10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rgbClr val="FFFFFF"/>
                </a:solidFill>
                <a:latin typeface="Tajawal"/>
                <a:cs typeface="Tajawal"/>
              </a:rPr>
              <a:t>قد</a:t>
            </a:r>
            <a:r>
              <a:rPr lang="en" sz="10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rgbClr val="FFFFFF"/>
                </a:solidFill>
                <a:latin typeface="Tajawal"/>
                <a:cs typeface="Tajawal"/>
              </a:rPr>
              <a:t>تكون</a:t>
            </a:r>
            <a:r>
              <a:rPr lang="en" sz="1000" b="1" dirty="0">
                <a:solidFill>
                  <a:srgbClr val="FFFFFF"/>
                </a:solidFill>
                <a:latin typeface="Tajawal"/>
                <a:cs typeface="Tajawal"/>
              </a:rPr>
              <a:t> عامة أو متضاربة </a:t>
            </a:r>
            <a:r>
              <a:rPr lang="en" sz="1000" b="1" dirty="0" err="1">
                <a:solidFill>
                  <a:srgbClr val="FFFFFF"/>
                </a:solidFill>
                <a:latin typeface="Tajawal"/>
                <a:cs typeface="Tajawal"/>
              </a:rPr>
              <a:t>وغير</a:t>
            </a:r>
            <a:r>
              <a:rPr lang="en" sz="10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rgbClr val="FFFFFF"/>
                </a:solidFill>
                <a:latin typeface="Tajawal"/>
                <a:cs typeface="Tajawal"/>
              </a:rPr>
              <a:t>مخصصة</a:t>
            </a:r>
            <a:r>
              <a:rPr lang="en" sz="1000" b="1" dirty="0">
                <a:solidFill>
                  <a:srgbClr val="FFFFFF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rgbClr val="FFFFFF"/>
                </a:solidFill>
                <a:latin typeface="Tajawal"/>
                <a:cs typeface="Tajawal"/>
              </a:rPr>
              <a:t>للحالة</a:t>
            </a:r>
            <a:endParaRPr lang="en" sz="1000" b="1">
              <a:solidFill>
                <a:srgbClr val="FFFFFF"/>
              </a:solidFill>
              <a:latin typeface="Tajawal"/>
              <a:cs typeface="Tajawal"/>
            </a:endParaRPr>
          </a:p>
        </p:txBody>
      </p:sp>
      <p:sp>
        <p:nvSpPr>
          <p:cNvPr id="18" name="Google Shape;226;g3fa33d35305_0_223">
            <a:extLst>
              <a:ext uri="{FF2B5EF4-FFF2-40B4-BE49-F238E27FC236}">
                <a16:creationId xmlns:a16="http://schemas.microsoft.com/office/drawing/2014/main" id="{285EEE32-F913-2A35-F654-FCE6CFB8AA87}"/>
              </a:ext>
            </a:extLst>
          </p:cNvPr>
          <p:cNvSpPr txBox="1"/>
          <p:nvPr/>
        </p:nvSpPr>
        <p:spPr>
          <a:xfrm>
            <a:off x="539725" y="1690571"/>
            <a:ext cx="1378500" cy="3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r" rtl="1"/>
            <a:r>
              <a:rPr lang="en" sz="1000" b="1" dirty="0" err="1">
                <a:solidFill>
                  <a:srgbClr val="AEDB0B"/>
                </a:solidFill>
                <a:latin typeface="Tajawal"/>
                <a:cs typeface="Tajawal"/>
              </a:rPr>
              <a:t>توعية</a:t>
            </a:r>
            <a:r>
              <a:rPr lang="en" sz="1000" b="1" dirty="0">
                <a:solidFill>
                  <a:srgbClr val="AEDB0B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rgbClr val="AEDB0B"/>
                </a:solidFill>
                <a:latin typeface="Tajawal"/>
                <a:cs typeface="Tajawal"/>
              </a:rPr>
              <a:t>مبكرة</a:t>
            </a:r>
            <a:r>
              <a:rPr lang="en" sz="1000" b="1" dirty="0">
                <a:solidFill>
                  <a:srgbClr val="AEDB0B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rgbClr val="AEDB0B"/>
                </a:solidFill>
                <a:latin typeface="Tajawal"/>
                <a:cs typeface="Tajawal"/>
              </a:rPr>
              <a:t>بتسمم</a:t>
            </a:r>
            <a:r>
              <a:rPr lang="en" sz="1000" b="1" dirty="0">
                <a:solidFill>
                  <a:srgbClr val="AEDB0B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rgbClr val="AEDB0B"/>
                </a:solidFill>
                <a:latin typeface="Tajawal"/>
                <a:cs typeface="Tajawal"/>
              </a:rPr>
              <a:t>الحمل</a:t>
            </a:r>
            <a:r>
              <a:rPr lang="en" sz="1000" b="1" dirty="0">
                <a:solidFill>
                  <a:srgbClr val="AEDB0B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rgbClr val="AEDB0B"/>
                </a:solidFill>
                <a:latin typeface="Tajawal"/>
                <a:cs typeface="Tajawal"/>
              </a:rPr>
              <a:t>تجمع</a:t>
            </a:r>
            <a:r>
              <a:rPr lang="en" sz="1000" b="1" dirty="0">
                <a:solidFill>
                  <a:srgbClr val="AEDB0B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rgbClr val="AEDB0B"/>
                </a:solidFill>
                <a:latin typeface="Tajawal"/>
                <a:cs typeface="Tajawal"/>
              </a:rPr>
              <a:t>الخطورة</a:t>
            </a:r>
            <a:r>
              <a:rPr lang="en" sz="1000" b="1" dirty="0">
                <a:solidFill>
                  <a:srgbClr val="AEDB0B"/>
                </a:solidFill>
                <a:latin typeface="Tajawal"/>
                <a:cs typeface="Tajawal"/>
              </a:rPr>
              <a:t> × </a:t>
            </a:r>
            <a:r>
              <a:rPr lang="en" sz="1000" b="1" dirty="0" err="1">
                <a:solidFill>
                  <a:srgbClr val="AEDB0B"/>
                </a:solidFill>
                <a:latin typeface="Tajawal"/>
                <a:cs typeface="Tajawal"/>
              </a:rPr>
              <a:t>الموثوقية</a:t>
            </a:r>
            <a:r>
              <a:rPr lang="en" sz="1000" b="1" dirty="0">
                <a:solidFill>
                  <a:srgbClr val="AEDB0B"/>
                </a:solidFill>
                <a:latin typeface="Tajawal"/>
                <a:cs typeface="Tajawal"/>
              </a:rPr>
              <a:t> × </a:t>
            </a:r>
            <a:r>
              <a:rPr lang="en" sz="1000" b="1" dirty="0" err="1">
                <a:solidFill>
                  <a:srgbClr val="AEDB0B"/>
                </a:solidFill>
                <a:latin typeface="Tajawal"/>
                <a:cs typeface="Tajawal"/>
              </a:rPr>
              <a:t>الوقت</a:t>
            </a:r>
            <a:endParaRPr lang="en-US" dirty="0" err="1"/>
          </a:p>
        </p:txBody>
      </p:sp>
      <p:sp>
        <p:nvSpPr>
          <p:cNvPr id="19" name="Google Shape;226;g3fa33d35305_0_223">
            <a:extLst>
              <a:ext uri="{FF2B5EF4-FFF2-40B4-BE49-F238E27FC236}">
                <a16:creationId xmlns:a16="http://schemas.microsoft.com/office/drawing/2014/main" id="{08EF2140-BE9B-8DB9-9422-690C3D32C7FF}"/>
              </a:ext>
            </a:extLst>
          </p:cNvPr>
          <p:cNvSpPr txBox="1"/>
          <p:nvPr/>
        </p:nvSpPr>
        <p:spPr>
          <a:xfrm>
            <a:off x="539724" y="2143317"/>
            <a:ext cx="1378500" cy="3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r" rtl="1"/>
            <a:r>
              <a:rPr lang="en" sz="1000" b="1" dirty="0" err="1">
                <a:solidFill>
                  <a:srgbClr val="AEDB0B"/>
                </a:solidFill>
                <a:latin typeface="Tajawal"/>
                <a:cs typeface="Tajawal"/>
              </a:rPr>
              <a:t>النساء</a:t>
            </a:r>
            <a:r>
              <a:rPr lang="en" sz="1000" b="1" dirty="0">
                <a:solidFill>
                  <a:srgbClr val="AEDB0B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rgbClr val="AEDB0B"/>
                </a:solidFill>
                <a:latin typeface="Tajawal"/>
                <a:cs typeface="Tajawal"/>
              </a:rPr>
              <a:t>السعوديات</a:t>
            </a:r>
            <a:r>
              <a:rPr lang="en" sz="1000" b="1" dirty="0">
                <a:solidFill>
                  <a:srgbClr val="AEDB0B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rgbClr val="AEDB0B"/>
                </a:solidFill>
                <a:latin typeface="Tajawal"/>
                <a:cs typeface="Tajawal"/>
              </a:rPr>
              <a:t>والعربيات</a:t>
            </a:r>
            <a:r>
              <a:rPr lang="en" sz="1000" b="1" dirty="0">
                <a:solidFill>
                  <a:srgbClr val="AEDB0B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rgbClr val="AEDB0B"/>
                </a:solidFill>
                <a:latin typeface="Tajawal"/>
                <a:cs typeface="Tajawal"/>
              </a:rPr>
              <a:t>أثناء</a:t>
            </a:r>
            <a:r>
              <a:rPr lang="en" sz="1000" b="1" dirty="0">
                <a:solidFill>
                  <a:srgbClr val="AEDB0B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rgbClr val="AEDB0B"/>
                </a:solidFill>
                <a:latin typeface="Tajawal"/>
                <a:cs typeface="Tajawal"/>
              </a:rPr>
              <a:t>الحمل</a:t>
            </a:r>
            <a:endParaRPr lang="en-US" dirty="0" err="1"/>
          </a:p>
        </p:txBody>
      </p:sp>
      <p:sp>
        <p:nvSpPr>
          <p:cNvPr id="20" name="Google Shape;226;g3fa33d35305_0_223">
            <a:extLst>
              <a:ext uri="{FF2B5EF4-FFF2-40B4-BE49-F238E27FC236}">
                <a16:creationId xmlns:a16="http://schemas.microsoft.com/office/drawing/2014/main" id="{0F3B0FA5-4189-1AC9-6B24-1A3B44D44313}"/>
              </a:ext>
            </a:extLst>
          </p:cNvPr>
          <p:cNvSpPr txBox="1"/>
          <p:nvPr/>
        </p:nvSpPr>
        <p:spPr>
          <a:xfrm>
            <a:off x="539725" y="2618331"/>
            <a:ext cx="1378500" cy="3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rtl="1"/>
            <a:r>
              <a:rPr lang="en" sz="1000" b="1" dirty="0" err="1">
                <a:solidFill>
                  <a:srgbClr val="AEDB0B"/>
                </a:solidFill>
                <a:latin typeface="Tajawal"/>
                <a:cs typeface="Tajawal"/>
              </a:rPr>
              <a:t>النموذج</a:t>
            </a:r>
            <a:r>
              <a:rPr lang="en" sz="1000" b="1" dirty="0">
                <a:solidFill>
                  <a:srgbClr val="AEDB0B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rgbClr val="AEDB0B"/>
                </a:solidFill>
                <a:latin typeface="Tajawal"/>
                <a:cs typeface="Tajawal"/>
              </a:rPr>
              <a:t>الأولي</a:t>
            </a:r>
            <a:r>
              <a:rPr lang="en" sz="1000" b="1" dirty="0">
                <a:solidFill>
                  <a:srgbClr val="AEDB0B"/>
                </a:solidFill>
                <a:latin typeface="Tajawal"/>
                <a:cs typeface="Tajawal"/>
              </a:rPr>
              <a:t>: </a:t>
            </a:r>
            <a:r>
              <a:rPr lang="en" sz="1000" b="1" dirty="0" err="1">
                <a:solidFill>
                  <a:srgbClr val="AEDB0B"/>
                </a:solidFill>
                <a:latin typeface="Tajawal"/>
                <a:cs typeface="Tajawal"/>
              </a:rPr>
              <a:t>مجاني</a:t>
            </a:r>
            <a:endParaRPr lang="en-US" dirty="0" err="1"/>
          </a:p>
        </p:txBody>
      </p:sp>
      <p:sp>
        <p:nvSpPr>
          <p:cNvPr id="21" name="Google Shape;226;g3fa33d35305_0_223">
            <a:extLst>
              <a:ext uri="{FF2B5EF4-FFF2-40B4-BE49-F238E27FC236}">
                <a16:creationId xmlns:a16="http://schemas.microsoft.com/office/drawing/2014/main" id="{0A8184F2-42A0-E212-3726-BE440A21E431}"/>
              </a:ext>
            </a:extLst>
          </p:cNvPr>
          <p:cNvSpPr txBox="1"/>
          <p:nvPr/>
        </p:nvSpPr>
        <p:spPr>
          <a:xfrm>
            <a:off x="539724" y="3071077"/>
            <a:ext cx="1378500" cy="3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r" rtl="1"/>
            <a:r>
              <a:rPr lang="en" sz="1000" b="1" dirty="0" err="1">
                <a:solidFill>
                  <a:srgbClr val="AEDB0B"/>
                </a:solidFill>
                <a:latin typeface="Tajawal"/>
                <a:cs typeface="Tajawal"/>
              </a:rPr>
              <a:t>يجمع</a:t>
            </a:r>
            <a:r>
              <a:rPr lang="en" sz="1000" b="1" dirty="0">
                <a:solidFill>
                  <a:srgbClr val="AEDB0B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rgbClr val="AEDB0B"/>
                </a:solidFill>
                <a:latin typeface="Tajawal"/>
                <a:cs typeface="Tajawal"/>
              </a:rPr>
              <a:t>الخطورة</a:t>
            </a:r>
            <a:r>
              <a:rPr lang="en" sz="1000" b="1" dirty="0">
                <a:solidFill>
                  <a:srgbClr val="AEDB0B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rgbClr val="AEDB0B"/>
                </a:solidFill>
                <a:latin typeface="Tajawal"/>
                <a:cs typeface="Tajawal"/>
              </a:rPr>
              <a:t>والموثوقية</a:t>
            </a:r>
            <a:r>
              <a:rPr lang="en" sz="1000" b="1" dirty="0">
                <a:solidFill>
                  <a:srgbClr val="AEDB0B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rgbClr val="AEDB0B"/>
                </a:solidFill>
                <a:latin typeface="Tajawal"/>
                <a:cs typeface="Tajawal"/>
              </a:rPr>
              <a:t>والوقت</a:t>
            </a:r>
            <a:r>
              <a:rPr lang="en" sz="1000" b="1" dirty="0">
                <a:solidFill>
                  <a:srgbClr val="AEDB0B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rgbClr val="AEDB0B"/>
                </a:solidFill>
                <a:latin typeface="Tajawal"/>
                <a:cs typeface="Tajawal"/>
              </a:rPr>
              <a:t>مع</a:t>
            </a:r>
            <a:r>
              <a:rPr lang="en" sz="1000" b="1" dirty="0">
                <a:solidFill>
                  <a:srgbClr val="AEDB0B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rgbClr val="AEDB0B"/>
                </a:solidFill>
                <a:latin typeface="Tajawal"/>
                <a:cs typeface="Tajawal"/>
              </a:rPr>
              <a:t>توضيح</a:t>
            </a:r>
            <a:r>
              <a:rPr lang="en" sz="1000" b="1" dirty="0">
                <a:solidFill>
                  <a:srgbClr val="AEDB0B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rgbClr val="AEDB0B"/>
                </a:solidFill>
                <a:latin typeface="Tajawal"/>
                <a:cs typeface="Tajawal"/>
              </a:rPr>
              <a:t>نقص</a:t>
            </a:r>
            <a:r>
              <a:rPr lang="en" sz="1000" b="1" dirty="0">
                <a:solidFill>
                  <a:srgbClr val="AEDB0B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rgbClr val="AEDB0B"/>
                </a:solidFill>
                <a:latin typeface="Tajawal"/>
                <a:cs typeface="Tajawal"/>
              </a:rPr>
              <a:t>المعلومات</a:t>
            </a:r>
            <a:endParaRPr lang="en-US" dirty="0" err="1"/>
          </a:p>
        </p:txBody>
      </p:sp>
      <p:sp>
        <p:nvSpPr>
          <p:cNvPr id="22" name="Google Shape;226;g3fa33d35305_0_223">
            <a:extLst>
              <a:ext uri="{FF2B5EF4-FFF2-40B4-BE49-F238E27FC236}">
                <a16:creationId xmlns:a16="http://schemas.microsoft.com/office/drawing/2014/main" id="{A829C078-7510-4321-3926-A06901237709}"/>
              </a:ext>
            </a:extLst>
          </p:cNvPr>
          <p:cNvSpPr txBox="1"/>
          <p:nvPr/>
        </p:nvSpPr>
        <p:spPr>
          <a:xfrm>
            <a:off x="539725" y="3590623"/>
            <a:ext cx="1378500" cy="3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rtl="1"/>
            <a:r>
              <a:rPr lang="en" sz="1000" b="1" dirty="0" err="1">
                <a:solidFill>
                  <a:srgbClr val="AEDB0B"/>
                </a:solidFill>
                <a:latin typeface="Tajawal"/>
                <a:cs typeface="Tajawal"/>
              </a:rPr>
              <a:t>يحتاج</a:t>
            </a:r>
            <a:r>
              <a:rPr lang="en" sz="1000" b="1" dirty="0">
                <a:solidFill>
                  <a:srgbClr val="AEDB0B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rgbClr val="AEDB0B"/>
                </a:solidFill>
                <a:latin typeface="Tajawal"/>
                <a:cs typeface="Tajawal"/>
              </a:rPr>
              <a:t>إلى</a:t>
            </a:r>
            <a:r>
              <a:rPr lang="en" sz="1000" b="1" dirty="0">
                <a:solidFill>
                  <a:srgbClr val="AEDB0B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rgbClr val="AEDB0B"/>
                </a:solidFill>
                <a:latin typeface="Tajawal"/>
                <a:cs typeface="Tajawal"/>
              </a:rPr>
              <a:t>التحقق</a:t>
            </a:r>
            <a:r>
              <a:rPr lang="en" sz="1000" b="1" dirty="0">
                <a:solidFill>
                  <a:srgbClr val="AEDB0B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rgbClr val="AEDB0B"/>
                </a:solidFill>
                <a:latin typeface="Tajawal"/>
                <a:cs typeface="Tajawal"/>
              </a:rPr>
              <a:t>السريري</a:t>
            </a:r>
            <a:r>
              <a:rPr lang="en" sz="1000" b="1" dirty="0">
                <a:solidFill>
                  <a:srgbClr val="AEDB0B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rgbClr val="AEDB0B"/>
                </a:solidFill>
                <a:latin typeface="Tajawal"/>
                <a:cs typeface="Tajawal"/>
              </a:rPr>
              <a:t>واختبار</a:t>
            </a:r>
            <a:r>
              <a:rPr lang="en" sz="1000" b="1" dirty="0">
                <a:solidFill>
                  <a:srgbClr val="AEDB0B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rgbClr val="AEDB0B"/>
                </a:solidFill>
                <a:latin typeface="Tajawal"/>
                <a:cs typeface="Tajawal"/>
              </a:rPr>
              <a:t>النموذج</a:t>
            </a:r>
            <a:endParaRPr lang="en-US" dirty="0" err="1">
              <a:latin typeface="Tajawal"/>
              <a:cs typeface="Tajaw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Google Shape;267;g3fa33d35305_0_757" descr="/home/claude/w/assets/logo_dark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429" y="260604"/>
            <a:ext cx="891519" cy="304126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g3fa33d35305_0_757"/>
          <p:cNvSpPr txBox="1"/>
          <p:nvPr/>
        </p:nvSpPr>
        <p:spPr>
          <a:xfrm>
            <a:off x="457429" y="651029"/>
            <a:ext cx="1371600" cy="1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DB0B"/>
              </a:buClr>
              <a:buSzPts val="600"/>
              <a:buFont typeface="Tajawal"/>
              <a:buNone/>
            </a:pPr>
            <a:r>
              <a:rPr lang="en" sz="1000" b="0" i="0" u="none" strike="noStrike" cap="none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تحدي الجامعات 2026</a:t>
            </a: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269" name="Google Shape;269;g3fa33d35305_0_757"/>
          <p:cNvSpPr txBox="1"/>
          <p:nvPr/>
        </p:nvSpPr>
        <p:spPr>
          <a:xfrm>
            <a:off x="2103349" y="246888"/>
            <a:ext cx="6583800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ajawal"/>
              <a:buNone/>
            </a:pPr>
            <a:r>
              <a:rPr lang="en" sz="2000" b="1" i="0" u="none" strike="noStrike" cap="none">
                <a:solidFill>
                  <a:srgbClr val="FFFFFF"/>
                </a:solidFill>
                <a:latin typeface="Tajawal"/>
                <a:ea typeface="Tajawal"/>
                <a:cs typeface="Tajawal"/>
                <a:sym typeface="Tajawal"/>
              </a:rPr>
              <a:t>اللوحة الفارغة</a:t>
            </a:r>
            <a:endParaRPr sz="2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cxnSp>
        <p:nvCxnSpPr>
          <p:cNvPr id="271" name="Google Shape;271;g3fa33d35305_0_757"/>
          <p:cNvCxnSpPr/>
          <p:nvPr/>
        </p:nvCxnSpPr>
        <p:spPr>
          <a:xfrm>
            <a:off x="457429" y="966978"/>
            <a:ext cx="8229600" cy="0"/>
          </a:xfrm>
          <a:prstGeom prst="straightConnector1">
            <a:avLst/>
          </a:prstGeom>
          <a:noFill/>
          <a:ln w="9525" cap="flat" cmpd="sng">
            <a:solidFill>
              <a:srgbClr val="AEDB0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2" name="Google Shape;272;g3fa33d35305_0_757"/>
          <p:cNvSpPr/>
          <p:nvPr/>
        </p:nvSpPr>
        <p:spPr>
          <a:xfrm>
            <a:off x="457429" y="1165860"/>
            <a:ext cx="8229600" cy="582900"/>
          </a:xfrm>
          <a:prstGeom prst="roundRect">
            <a:avLst>
              <a:gd name="adj" fmla="val 3529"/>
            </a:avLst>
          </a:prstGeom>
          <a:solidFill>
            <a:srgbClr val="10202F"/>
          </a:solidFill>
          <a:ln w="9525" cap="flat" cmpd="sng">
            <a:solidFill>
              <a:srgbClr val="AEDB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g3fa33d35305_0_757"/>
          <p:cNvSpPr txBox="1"/>
          <p:nvPr/>
        </p:nvSpPr>
        <p:spPr>
          <a:xfrm>
            <a:off x="649453" y="1165860"/>
            <a:ext cx="7845600" cy="5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r" rtl="1">
              <a:buClr>
                <a:srgbClr val="AEDB0B"/>
              </a:buClr>
              <a:buSzPts val="1100"/>
            </a:pPr>
            <a:r>
              <a:rPr lang="en" sz="1100" b="1" i="0" u="none" strike="noStrike" cap="none" dirty="0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7 — </a:t>
            </a:r>
            <a:r>
              <a:rPr lang="en" sz="1100" b="1" i="0" u="none" strike="noStrike" cap="none" err="1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صياغة</a:t>
            </a:r>
            <a:r>
              <a:rPr lang="en" sz="1100" b="1" i="0" u="none" strike="noStrike" cap="none" dirty="0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 </a:t>
            </a:r>
            <a:r>
              <a:rPr lang="en" sz="1100" b="1" i="0" u="none" strike="noStrike" cap="none" err="1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المشكلة</a:t>
            </a:r>
            <a:r>
              <a:rPr lang="en" sz="1100" b="1" i="0" u="none" strike="noStrike" cap="none" dirty="0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:  </a:t>
            </a:r>
            <a:r>
              <a:rPr lang="en" sz="1100" b="1" err="1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كيف</a:t>
            </a:r>
            <a:r>
              <a:rPr lang="en" sz="1100" b="1" dirty="0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 </a:t>
            </a:r>
            <a:r>
              <a:rPr lang="en" sz="1100" b="1" err="1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يمكننا</a:t>
            </a:r>
            <a:r>
              <a:rPr lang="en" sz="1100" b="1" dirty="0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 </a:t>
            </a:r>
            <a:r>
              <a:rPr lang="en" sz="1100" b="1" err="1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تمكين</a:t>
            </a:r>
            <a:r>
              <a:rPr lang="en" sz="1100" b="1" dirty="0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 </a:t>
            </a:r>
            <a:r>
              <a:rPr lang="en" sz="1100" b="1" err="1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المرأة</a:t>
            </a:r>
            <a:r>
              <a:rPr lang="en" sz="1100" b="1" dirty="0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 </a:t>
            </a:r>
            <a:r>
              <a:rPr lang="en" sz="1100" b="1" err="1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السعودية</a:t>
            </a:r>
            <a:r>
              <a:rPr lang="en" sz="1100" b="1" dirty="0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 </a:t>
            </a:r>
            <a:r>
              <a:rPr lang="en" sz="1100" b="1" err="1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والعربية</a:t>
            </a:r>
            <a:r>
              <a:rPr lang="en" sz="1100" b="1" dirty="0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 </a:t>
            </a:r>
            <a:r>
              <a:rPr lang="en" sz="1100" b="1" err="1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من</a:t>
            </a:r>
            <a:r>
              <a:rPr lang="en" sz="1100" b="1" dirty="0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 </a:t>
            </a:r>
            <a:r>
              <a:rPr lang="en" sz="1100" b="1" err="1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التمييز</a:t>
            </a:r>
            <a:r>
              <a:rPr lang="en" sz="1100" b="1" dirty="0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 </a:t>
            </a:r>
            <a:r>
              <a:rPr lang="en" sz="1100" b="1" err="1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بثقة</a:t>
            </a:r>
            <a:r>
              <a:rPr lang="en" sz="1100" b="1" dirty="0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 </a:t>
            </a:r>
            <a:r>
              <a:rPr lang="en" sz="1100" b="1" err="1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وخصوصية</a:t>
            </a:r>
            <a:r>
              <a:rPr lang="en" sz="1100" b="1" dirty="0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 </a:t>
            </a:r>
            <a:r>
              <a:rPr lang="en" sz="1100" b="1" err="1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بين</a:t>
            </a:r>
            <a:r>
              <a:rPr lang="en" sz="1100" b="1" dirty="0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 </a:t>
            </a:r>
            <a:r>
              <a:rPr lang="en" sz="1100" b="1" err="1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أعراض</a:t>
            </a:r>
            <a:r>
              <a:rPr lang="en" sz="1100" b="1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 تسمم الحمل </a:t>
            </a:r>
            <a:r>
              <a:rPr lang="en" sz="1100" b="1" err="1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التي</a:t>
            </a:r>
            <a:r>
              <a:rPr lang="en" sz="1100" b="1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 </a:t>
            </a:r>
            <a:r>
              <a:rPr lang="en" sz="1100" b="1" err="1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يمكن</a:t>
            </a:r>
            <a:r>
              <a:rPr lang="en" sz="1100" b="1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 </a:t>
            </a:r>
            <a:r>
              <a:rPr lang="en" sz="1100" b="1" err="1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مراقبتها</a:t>
            </a:r>
            <a:r>
              <a:rPr lang="en" sz="1100" b="1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 </a:t>
            </a:r>
            <a:r>
              <a:rPr lang="en" sz="1100" b="1" err="1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بأمان</a:t>
            </a:r>
            <a:r>
              <a:rPr lang="en" sz="1100" b="1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 </a:t>
            </a:r>
            <a:r>
              <a:rPr lang="en" sz="1100" b="1" err="1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وتلك</a:t>
            </a:r>
            <a:r>
              <a:rPr lang="en" sz="1100" b="1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 </a:t>
            </a:r>
            <a:r>
              <a:rPr lang="en" sz="1100" b="1" err="1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التي</a:t>
            </a:r>
            <a:r>
              <a:rPr lang="en" sz="1100" b="1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 </a:t>
            </a:r>
            <a:r>
              <a:rPr lang="en" sz="1100" b="1" err="1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تستدعي</a:t>
            </a:r>
            <a:r>
              <a:rPr lang="en" sz="1100" b="1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 </a:t>
            </a:r>
            <a:r>
              <a:rPr lang="en" sz="1100" b="1" err="1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تقييمًا</a:t>
            </a:r>
            <a:r>
              <a:rPr lang="en" sz="1100" b="1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 </a:t>
            </a:r>
            <a:r>
              <a:rPr lang="en" sz="1100" b="1" err="1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طبيًا</a:t>
            </a:r>
            <a:r>
              <a:rPr lang="en" sz="1100" b="1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 </a:t>
            </a:r>
            <a:r>
              <a:rPr lang="en" sz="1100" b="1" err="1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عاجلًا</a:t>
            </a:r>
            <a:r>
              <a:rPr lang="en" sz="1100" b="1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، </a:t>
            </a:r>
            <a:r>
              <a:rPr lang="en" sz="1100" b="1" err="1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بما</a:t>
            </a:r>
            <a:r>
              <a:rPr lang="en" sz="1100" b="1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 </a:t>
            </a:r>
            <a:r>
              <a:rPr lang="en" sz="1100" b="1" err="1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يضمن</a:t>
            </a:r>
            <a:r>
              <a:rPr lang="en" sz="1100" b="1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 </a:t>
            </a:r>
            <a:r>
              <a:rPr lang="en" sz="1100" b="1" err="1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اتخاذ</a:t>
            </a:r>
            <a:r>
              <a:rPr lang="en" sz="1100" b="1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 </a:t>
            </a:r>
            <a:r>
              <a:rPr lang="en" sz="1100" b="1" err="1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القرار</a:t>
            </a:r>
            <a:r>
              <a:rPr lang="en" sz="1100" b="1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 </a:t>
            </a:r>
            <a:r>
              <a:rPr lang="en" sz="1100" b="1" err="1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المناسب</a:t>
            </a:r>
            <a:r>
              <a:rPr lang="en" sz="1100" b="1" dirty="0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 </a:t>
            </a:r>
            <a:r>
              <a:rPr lang="en" sz="1100" b="1" err="1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في</a:t>
            </a:r>
            <a:r>
              <a:rPr lang="en" sz="1100" b="1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 </a:t>
            </a:r>
            <a:r>
              <a:rPr lang="en" sz="1100" b="1" err="1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الوقت</a:t>
            </a:r>
            <a:r>
              <a:rPr lang="en" sz="1100" b="1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 </a:t>
            </a:r>
            <a:r>
              <a:rPr lang="en" sz="1100" b="1" err="1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المناسب</a:t>
            </a:r>
            <a:r>
              <a:rPr lang="en" sz="1100" b="1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 </a:t>
            </a:r>
            <a:r>
              <a:rPr lang="en" sz="1100" b="1" err="1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دون</a:t>
            </a:r>
            <a:r>
              <a:rPr lang="en" sz="1100" b="1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 </a:t>
            </a:r>
            <a:r>
              <a:rPr lang="en" sz="1100" b="1" err="1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تأخير</a:t>
            </a:r>
            <a:r>
              <a:rPr lang="en" sz="1100" b="1" dirty="0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؟</a:t>
            </a:r>
            <a:endParaRPr lang="en" sz="1100" b="1" i="0" u="none" strike="noStrike" cap="none" dirty="0">
              <a:solidFill>
                <a:srgbClr val="AEDB0B"/>
              </a:solidFill>
              <a:latin typeface="Tajawal"/>
              <a:ea typeface="Tajawal"/>
              <a:cs typeface="Tajawal"/>
            </a:endParaRPr>
          </a:p>
        </p:txBody>
      </p:sp>
      <p:sp>
        <p:nvSpPr>
          <p:cNvPr id="274" name="Google Shape;274;g3fa33d35305_0_757"/>
          <p:cNvSpPr/>
          <p:nvPr/>
        </p:nvSpPr>
        <p:spPr>
          <a:xfrm>
            <a:off x="6732499" y="1837944"/>
            <a:ext cx="1954500" cy="1179600"/>
          </a:xfrm>
          <a:prstGeom prst="roundRect">
            <a:avLst>
              <a:gd name="adj" fmla="val 1744"/>
            </a:avLst>
          </a:prstGeom>
          <a:solidFill>
            <a:srgbClr val="0B1219"/>
          </a:solidFill>
          <a:ln w="9525" cap="flat" cmpd="sng">
            <a:solidFill>
              <a:srgbClr val="1E2C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g3fa33d35305_0_757"/>
          <p:cNvSpPr txBox="1"/>
          <p:nvPr/>
        </p:nvSpPr>
        <p:spPr>
          <a:xfrm>
            <a:off x="6855943" y="1920240"/>
            <a:ext cx="17079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2E5F8"/>
              </a:buClr>
              <a:buSzPts val="900"/>
              <a:buFont typeface="Tajawal"/>
              <a:buNone/>
            </a:pPr>
            <a:r>
              <a:rPr lang="en" sz="1000" b="1" i="0" u="none" strike="noStrike" cap="none">
                <a:solidFill>
                  <a:srgbClr val="12E5F8"/>
                </a:solidFill>
                <a:latin typeface="Tajawal"/>
                <a:ea typeface="Tajawal"/>
                <a:cs typeface="Tajawal"/>
                <a:sym typeface="Tajawal"/>
              </a:rPr>
              <a:t>1 — المستخدم المستهدف</a:t>
            </a: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276" name="Google Shape;276;g3fa33d35305_0_757"/>
          <p:cNvSpPr/>
          <p:nvPr/>
        </p:nvSpPr>
        <p:spPr>
          <a:xfrm>
            <a:off x="4640809" y="1837944"/>
            <a:ext cx="1954500" cy="1179600"/>
          </a:xfrm>
          <a:prstGeom prst="roundRect">
            <a:avLst>
              <a:gd name="adj" fmla="val 1744"/>
            </a:avLst>
          </a:prstGeom>
          <a:solidFill>
            <a:srgbClr val="0B1219"/>
          </a:solidFill>
          <a:ln w="9525" cap="flat" cmpd="sng">
            <a:solidFill>
              <a:srgbClr val="1E2C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g3fa33d35305_0_757"/>
          <p:cNvSpPr txBox="1"/>
          <p:nvPr/>
        </p:nvSpPr>
        <p:spPr>
          <a:xfrm>
            <a:off x="4764253" y="1920240"/>
            <a:ext cx="17079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2E5F8"/>
              </a:buClr>
              <a:buSzPts val="900"/>
              <a:buFont typeface="Tajawal"/>
              <a:buNone/>
            </a:pPr>
            <a:r>
              <a:rPr lang="en" sz="1000" b="1" i="0" u="none" strike="noStrike" cap="none">
                <a:solidFill>
                  <a:srgbClr val="12E5F8"/>
                </a:solidFill>
                <a:latin typeface="Tajawal"/>
                <a:ea typeface="Tajawal"/>
                <a:cs typeface="Tajawal"/>
                <a:sym typeface="Tajawal"/>
              </a:rPr>
              <a:t>2 — المشكلة</a:t>
            </a: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278" name="Google Shape;278;g3fa33d35305_0_757"/>
          <p:cNvSpPr/>
          <p:nvPr/>
        </p:nvSpPr>
        <p:spPr>
          <a:xfrm>
            <a:off x="2549119" y="1837944"/>
            <a:ext cx="1954500" cy="1179600"/>
          </a:xfrm>
          <a:prstGeom prst="roundRect">
            <a:avLst>
              <a:gd name="adj" fmla="val 1744"/>
            </a:avLst>
          </a:prstGeom>
          <a:solidFill>
            <a:srgbClr val="0B1219"/>
          </a:solidFill>
          <a:ln w="9525" cap="flat" cmpd="sng">
            <a:solidFill>
              <a:srgbClr val="1E2C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g3fa33d35305_0_757"/>
          <p:cNvSpPr txBox="1"/>
          <p:nvPr/>
        </p:nvSpPr>
        <p:spPr>
          <a:xfrm>
            <a:off x="2672563" y="1920240"/>
            <a:ext cx="17079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2E5F8"/>
              </a:buClr>
              <a:buSzPts val="900"/>
              <a:buFont typeface="Tajawal"/>
              <a:buNone/>
            </a:pPr>
            <a:r>
              <a:rPr lang="en" sz="1000" b="1" i="0" u="none" strike="noStrike" cap="none">
                <a:solidFill>
                  <a:srgbClr val="12E5F8"/>
                </a:solidFill>
                <a:latin typeface="Tajawal"/>
                <a:ea typeface="Tajawal"/>
                <a:cs typeface="Tajawal"/>
                <a:sym typeface="Tajawal"/>
              </a:rPr>
              <a:t>3 — الأدلة</a:t>
            </a: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280" name="Google Shape;280;g3fa33d35305_0_757"/>
          <p:cNvSpPr/>
          <p:nvPr/>
        </p:nvSpPr>
        <p:spPr>
          <a:xfrm>
            <a:off x="457429" y="1837944"/>
            <a:ext cx="1954500" cy="1179600"/>
          </a:xfrm>
          <a:prstGeom prst="roundRect">
            <a:avLst>
              <a:gd name="adj" fmla="val 1744"/>
            </a:avLst>
          </a:prstGeom>
          <a:solidFill>
            <a:srgbClr val="0B1219"/>
          </a:solidFill>
          <a:ln w="9525" cap="flat" cmpd="sng">
            <a:solidFill>
              <a:srgbClr val="1E2C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g3fa33d35305_0_757"/>
          <p:cNvSpPr txBox="1"/>
          <p:nvPr/>
        </p:nvSpPr>
        <p:spPr>
          <a:xfrm>
            <a:off x="580873" y="1920240"/>
            <a:ext cx="17079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2E5F8"/>
              </a:buClr>
              <a:buSzPts val="900"/>
              <a:buFont typeface="Tajawal"/>
              <a:buNone/>
            </a:pPr>
            <a:r>
              <a:rPr lang="en" sz="1000" b="1" i="0" u="none" strike="noStrike" cap="none">
                <a:solidFill>
                  <a:srgbClr val="12E5F8"/>
                </a:solidFill>
                <a:latin typeface="Tajawal"/>
                <a:ea typeface="Tajawal"/>
                <a:cs typeface="Tajawal"/>
                <a:sym typeface="Tajawal"/>
              </a:rPr>
              <a:t>4 — البدائل الحالية</a:t>
            </a: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282" name="Google Shape;282;g3fa33d35305_0_757"/>
          <p:cNvSpPr/>
          <p:nvPr/>
        </p:nvSpPr>
        <p:spPr>
          <a:xfrm>
            <a:off x="6035269" y="3058668"/>
            <a:ext cx="2652000" cy="1179600"/>
          </a:xfrm>
          <a:prstGeom prst="roundRect">
            <a:avLst>
              <a:gd name="adj" fmla="val 1744"/>
            </a:avLst>
          </a:prstGeom>
          <a:solidFill>
            <a:srgbClr val="0B1219"/>
          </a:solidFill>
          <a:ln w="9525" cap="flat" cmpd="sng">
            <a:solidFill>
              <a:srgbClr val="1E2C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g3fa33d35305_0_757"/>
          <p:cNvSpPr txBox="1"/>
          <p:nvPr/>
        </p:nvSpPr>
        <p:spPr>
          <a:xfrm>
            <a:off x="6158713" y="3140964"/>
            <a:ext cx="24048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2E5F8"/>
              </a:buClr>
              <a:buSzPts val="900"/>
              <a:buFont typeface="Tajawal"/>
              <a:buNone/>
            </a:pPr>
            <a:r>
              <a:rPr lang="en" sz="1000" b="1" i="0" u="none" strike="noStrike" cap="none">
                <a:solidFill>
                  <a:srgbClr val="12E5F8"/>
                </a:solidFill>
                <a:latin typeface="Tajawal"/>
                <a:ea typeface="Tajawal"/>
                <a:cs typeface="Tajawal"/>
                <a:sym typeface="Tajawal"/>
              </a:rPr>
              <a:t>5 — حجم الفرصة</a:t>
            </a: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284" name="Google Shape;284;g3fa33d35305_0_757"/>
          <p:cNvSpPr/>
          <p:nvPr/>
        </p:nvSpPr>
        <p:spPr>
          <a:xfrm>
            <a:off x="3246349" y="3058668"/>
            <a:ext cx="2652000" cy="1179600"/>
          </a:xfrm>
          <a:prstGeom prst="roundRect">
            <a:avLst>
              <a:gd name="adj" fmla="val 1744"/>
            </a:avLst>
          </a:prstGeom>
          <a:solidFill>
            <a:srgbClr val="0B1219"/>
          </a:solidFill>
          <a:ln w="9525" cap="flat" cmpd="sng">
            <a:solidFill>
              <a:srgbClr val="1E2C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g3fa33d35305_0_757"/>
          <p:cNvSpPr txBox="1"/>
          <p:nvPr/>
        </p:nvSpPr>
        <p:spPr>
          <a:xfrm>
            <a:off x="3369793" y="3140964"/>
            <a:ext cx="24048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2E5F8"/>
              </a:buClr>
              <a:buSzPts val="900"/>
              <a:buFont typeface="Tajawal"/>
              <a:buNone/>
            </a:pPr>
            <a:r>
              <a:rPr lang="en" sz="1000" b="1" i="0" u="none" strike="noStrike" cap="none">
                <a:solidFill>
                  <a:srgbClr val="12E5F8"/>
                </a:solidFill>
                <a:latin typeface="Tajawal"/>
                <a:ea typeface="Tajawal"/>
                <a:cs typeface="Tajawal"/>
                <a:sym typeface="Tajawal"/>
              </a:rPr>
              <a:t>6 — الفرصة التقنية</a:t>
            </a: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286" name="Google Shape;286;g3fa33d35305_0_757"/>
          <p:cNvSpPr/>
          <p:nvPr/>
        </p:nvSpPr>
        <p:spPr>
          <a:xfrm>
            <a:off x="457429" y="3058668"/>
            <a:ext cx="2652000" cy="1179600"/>
          </a:xfrm>
          <a:prstGeom prst="roundRect">
            <a:avLst>
              <a:gd name="adj" fmla="val 1744"/>
            </a:avLst>
          </a:prstGeom>
          <a:solidFill>
            <a:srgbClr val="10202F"/>
          </a:solidFill>
          <a:ln w="9525" cap="flat" cmpd="sng">
            <a:solidFill>
              <a:srgbClr val="AEDB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g3fa33d35305_0_757"/>
          <p:cNvSpPr txBox="1"/>
          <p:nvPr/>
        </p:nvSpPr>
        <p:spPr>
          <a:xfrm>
            <a:off x="580873" y="3140964"/>
            <a:ext cx="24048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EDB0B"/>
              </a:buClr>
              <a:buSzPts val="900"/>
              <a:buFont typeface="Tajawal"/>
              <a:buNone/>
            </a:pPr>
            <a:r>
              <a:rPr lang="en" sz="1000" b="1" i="0" u="none" strike="noStrike" cap="none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8 — أخطر افتراض</a:t>
            </a: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289" name="Google Shape;289;g3fa33d35305_0_757"/>
          <p:cNvSpPr/>
          <p:nvPr/>
        </p:nvSpPr>
        <p:spPr>
          <a:xfrm>
            <a:off x="457429" y="4539996"/>
            <a:ext cx="8229600" cy="288000"/>
          </a:xfrm>
          <a:prstGeom prst="roundRect">
            <a:avLst>
              <a:gd name="adj" fmla="val 9524"/>
            </a:avLst>
          </a:prstGeom>
          <a:solidFill>
            <a:srgbClr val="021B4E"/>
          </a:solidFill>
          <a:ln w="7150" cap="flat" cmpd="sng">
            <a:solidFill>
              <a:srgbClr val="00339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g3fa33d35305_0_757"/>
          <p:cNvSpPr txBox="1"/>
          <p:nvPr/>
        </p:nvSpPr>
        <p:spPr>
          <a:xfrm>
            <a:off x="834619" y="4539996"/>
            <a:ext cx="74751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Tajawal"/>
              <a:buNone/>
            </a:pPr>
            <a:r>
              <a:rPr lang="en" sz="1000" b="0" i="0" u="none" strike="noStrike" cap="none">
                <a:solidFill>
                  <a:srgbClr val="FFFFFF"/>
                </a:solidFill>
                <a:latin typeface="Tajawal"/>
                <a:ea typeface="Tajawal"/>
                <a:cs typeface="Tajawal"/>
                <a:sym typeface="Tajawal"/>
              </a:rPr>
              <a:t>تحدي الجامعات 2026  |  اليوم الأول — الجلسة 4: لوحة صياغة المشكلة</a:t>
            </a: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291" name="Google Shape;291;g3fa33d35305_0_757"/>
          <p:cNvSpPr txBox="1"/>
          <p:nvPr/>
        </p:nvSpPr>
        <p:spPr>
          <a:xfrm>
            <a:off x="539725" y="4539996"/>
            <a:ext cx="3429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DB0B"/>
              </a:buClr>
              <a:buSzPts val="800"/>
              <a:buFont typeface="Tajawal"/>
              <a:buNone/>
            </a:pPr>
            <a:r>
              <a:rPr lang="en" sz="1000" b="1" i="0" u="none" strike="noStrike" cap="none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9</a:t>
            </a: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3" name="Google Shape;63;p2">
            <a:extLst>
              <a:ext uri="{FF2B5EF4-FFF2-40B4-BE49-F238E27FC236}">
                <a16:creationId xmlns:a16="http://schemas.microsoft.com/office/drawing/2014/main" id="{26648289-006E-E409-6E8F-1822B82AC90D}"/>
              </a:ext>
            </a:extLst>
          </p:cNvPr>
          <p:cNvSpPr txBox="1"/>
          <p:nvPr/>
        </p:nvSpPr>
        <p:spPr>
          <a:xfrm>
            <a:off x="6714835" y="2108344"/>
            <a:ext cx="1851043" cy="648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lang="en" sz="11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rgbClr val="C4CDD5"/>
                </a:solidFill>
                <a:latin typeface="Tajawal"/>
                <a:cs typeface="Tajawal"/>
              </a:rPr>
              <a:t>النساء</a:t>
            </a:r>
            <a:r>
              <a:rPr lang="en" sz="9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rgbClr val="C4CDD5"/>
                </a:solidFill>
                <a:latin typeface="Tajawal"/>
                <a:cs typeface="Tajawal"/>
              </a:rPr>
              <a:t>السعوديات</a:t>
            </a:r>
            <a:r>
              <a:rPr lang="en" sz="9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rgbClr val="C4CDD5"/>
                </a:solidFill>
                <a:latin typeface="Tajawal"/>
                <a:cs typeface="Tajawal"/>
              </a:rPr>
              <a:t>والعربيات</a:t>
            </a:r>
            <a:r>
              <a:rPr lang="en" sz="9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rgbClr val="C4CDD5"/>
                </a:solidFill>
                <a:latin typeface="Tajawal"/>
                <a:cs typeface="Tajawal"/>
              </a:rPr>
              <a:t>أثناء</a:t>
            </a:r>
            <a:r>
              <a:rPr lang="en" sz="9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rgbClr val="C4CDD5"/>
                </a:solidFill>
                <a:latin typeface="Tajawal"/>
                <a:cs typeface="Tajawal"/>
              </a:rPr>
              <a:t>الحمل</a:t>
            </a:r>
            <a:r>
              <a:rPr lang="en" sz="900" b="1" dirty="0">
                <a:solidFill>
                  <a:srgbClr val="C4CDD5"/>
                </a:solidFill>
                <a:latin typeface="Tajawal"/>
                <a:cs typeface="Tajawal"/>
              </a:rPr>
              <a:t>، </a:t>
            </a:r>
            <a:r>
              <a:rPr lang="en" sz="900" b="1" dirty="0" err="1">
                <a:solidFill>
                  <a:srgbClr val="C4CDD5"/>
                </a:solidFill>
                <a:latin typeface="Tajawal"/>
                <a:cs typeface="Tajawal"/>
              </a:rPr>
              <a:t>خاصةً</a:t>
            </a:r>
            <a:r>
              <a:rPr lang="en" sz="9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rgbClr val="C4CDD5"/>
                </a:solidFill>
                <a:latin typeface="Tajawal"/>
                <a:cs typeface="Tajawal"/>
              </a:rPr>
              <a:t>من</a:t>
            </a:r>
            <a:r>
              <a:rPr lang="en" sz="9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rgbClr val="C4CDD5"/>
                </a:solidFill>
                <a:latin typeface="Tajawal"/>
                <a:cs typeface="Tajawal"/>
              </a:rPr>
              <a:t>لديهن</a:t>
            </a:r>
            <a:r>
              <a:rPr lang="en" sz="9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rgbClr val="C4CDD5"/>
                </a:solidFill>
                <a:latin typeface="Tajawal"/>
                <a:cs typeface="Tajawal"/>
              </a:rPr>
              <a:t>عوامل</a:t>
            </a:r>
            <a:r>
              <a:rPr lang="en" sz="9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rgbClr val="C4CDD5"/>
                </a:solidFill>
                <a:latin typeface="Tajawal"/>
                <a:cs typeface="Tajawal"/>
              </a:rPr>
              <a:t>خطورة</a:t>
            </a:r>
            <a:r>
              <a:rPr lang="en" sz="9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rgbClr val="C4CDD5"/>
                </a:solidFill>
                <a:latin typeface="Tajawal"/>
                <a:cs typeface="Tajawal"/>
              </a:rPr>
              <a:t>أو</a:t>
            </a:r>
            <a:r>
              <a:rPr lang="en" sz="9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rgbClr val="C4CDD5"/>
                </a:solidFill>
                <a:latin typeface="Tajawal"/>
                <a:cs typeface="Tajawal"/>
              </a:rPr>
              <a:t>أعراض</a:t>
            </a:r>
            <a:r>
              <a:rPr lang="en" sz="9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rgbClr val="C4CDD5"/>
                </a:solidFill>
                <a:latin typeface="Tajawal"/>
                <a:cs typeface="Tajawal"/>
              </a:rPr>
              <a:t>وقياسات</a:t>
            </a:r>
            <a:r>
              <a:rPr lang="en" sz="9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rgbClr val="C4CDD5"/>
                </a:solidFill>
                <a:latin typeface="Tajawal"/>
                <a:cs typeface="Tajawal"/>
              </a:rPr>
              <a:t>تحتاج</a:t>
            </a:r>
            <a:r>
              <a:rPr lang="en" sz="9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rgbClr val="C4CDD5"/>
                </a:solidFill>
                <a:latin typeface="Tajawal"/>
                <a:cs typeface="Tajawal"/>
              </a:rPr>
              <a:t>إلى</a:t>
            </a:r>
            <a:r>
              <a:rPr lang="en" sz="9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rgbClr val="C4CDD5"/>
                </a:solidFill>
                <a:latin typeface="Tajawal"/>
                <a:cs typeface="Tajawal"/>
              </a:rPr>
              <a:t>فهم</a:t>
            </a:r>
            <a:r>
              <a:rPr lang="en" sz="9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rgbClr val="C4CDD5"/>
                </a:solidFill>
                <a:latin typeface="Tajawal"/>
                <a:cs typeface="Tajawal"/>
              </a:rPr>
              <a:t>أوضح</a:t>
            </a:r>
            <a:r>
              <a:rPr lang="en" sz="900" b="1" dirty="0">
                <a:solidFill>
                  <a:srgbClr val="C4CDD5"/>
                </a:solidFill>
                <a:latin typeface="Tajawal"/>
                <a:cs typeface="Tajawal"/>
              </a:rPr>
              <a:t>.</a:t>
            </a:r>
            <a:endParaRPr lang="en" sz="900" b="1" i="0" u="none" strike="noStrike" cap="none" dirty="0">
              <a:solidFill>
                <a:srgbClr val="C4CDD5"/>
              </a:solidFill>
              <a:latin typeface="Tajawal"/>
              <a:ea typeface="Tajawal"/>
              <a:cs typeface="Tajawal"/>
            </a:endParaRPr>
          </a:p>
        </p:txBody>
      </p:sp>
      <p:sp>
        <p:nvSpPr>
          <p:cNvPr id="4" name="Google Shape;63;p2">
            <a:extLst>
              <a:ext uri="{FF2B5EF4-FFF2-40B4-BE49-F238E27FC236}">
                <a16:creationId xmlns:a16="http://schemas.microsoft.com/office/drawing/2014/main" id="{7DC315DC-79C1-E841-213F-C4C0DA0AFBFF}"/>
              </a:ext>
            </a:extLst>
          </p:cNvPr>
          <p:cNvSpPr txBox="1"/>
          <p:nvPr/>
        </p:nvSpPr>
        <p:spPr>
          <a:xfrm>
            <a:off x="4644075" y="2100921"/>
            <a:ext cx="1851043" cy="648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lang="en" sz="900" b="1" dirty="0" err="1">
                <a:solidFill>
                  <a:srgbClr val="C4CDD5"/>
                </a:solidFill>
                <a:latin typeface="Tajawal"/>
                <a:cs typeface="Tajawal"/>
              </a:rPr>
              <a:t>تواجه</a:t>
            </a:r>
            <a:r>
              <a:rPr lang="en" sz="9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rgbClr val="C4CDD5"/>
                </a:solidFill>
                <a:latin typeface="Tajawal"/>
                <a:cs typeface="Tajawal"/>
              </a:rPr>
              <a:t>بعض</a:t>
            </a:r>
            <a:r>
              <a:rPr lang="en" sz="9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rgbClr val="C4CDD5"/>
                </a:solidFill>
                <a:latin typeface="Tajawal"/>
                <a:cs typeface="Tajawal"/>
              </a:rPr>
              <a:t>الحوامل</a:t>
            </a:r>
            <a:r>
              <a:rPr lang="en" sz="9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rgbClr val="C4CDD5"/>
                </a:solidFill>
                <a:latin typeface="Tajawal"/>
                <a:cs typeface="Tajawal"/>
              </a:rPr>
              <a:t>صعوبة</a:t>
            </a:r>
            <a:r>
              <a:rPr lang="en" sz="9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rgbClr val="C4CDD5"/>
                </a:solidFill>
                <a:latin typeface="Tajawal"/>
                <a:cs typeface="Tajawal"/>
              </a:rPr>
              <a:t>في</a:t>
            </a:r>
            <a:r>
              <a:rPr lang="en" sz="9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rgbClr val="C4CDD5"/>
                </a:solidFill>
                <a:latin typeface="Tajawal"/>
                <a:cs typeface="Tajawal"/>
              </a:rPr>
              <a:t>فهم</a:t>
            </a:r>
            <a:r>
              <a:rPr lang="en" sz="9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rgbClr val="C4CDD5"/>
                </a:solidFill>
                <a:latin typeface="Tajawal"/>
                <a:cs typeface="Tajawal"/>
              </a:rPr>
              <a:t>مستوى</a:t>
            </a:r>
            <a:r>
              <a:rPr lang="en" sz="9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rgbClr val="C4CDD5"/>
                </a:solidFill>
                <a:latin typeface="Tajawal"/>
                <a:cs typeface="Tajawal"/>
              </a:rPr>
              <a:t>خطورتهن</a:t>
            </a:r>
            <a:r>
              <a:rPr lang="en" sz="9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rgbClr val="C4CDD5"/>
                </a:solidFill>
                <a:latin typeface="Tajawal"/>
                <a:cs typeface="Tajawal"/>
              </a:rPr>
              <a:t>لتسمم</a:t>
            </a:r>
            <a:r>
              <a:rPr lang="en" sz="9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rgbClr val="C4CDD5"/>
                </a:solidFill>
                <a:latin typeface="Tajawal"/>
                <a:cs typeface="Tajawal"/>
              </a:rPr>
              <a:t>الحمل</a:t>
            </a:r>
            <a:r>
              <a:rPr lang="en" sz="9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rgbClr val="C4CDD5"/>
                </a:solidFill>
                <a:latin typeface="Tajawal"/>
                <a:cs typeface="Tajawal"/>
              </a:rPr>
              <a:t>ومعرفة</a:t>
            </a:r>
            <a:r>
              <a:rPr lang="en" sz="9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rgbClr val="C4CDD5"/>
                </a:solidFill>
                <a:latin typeface="Tajawal"/>
                <a:cs typeface="Tajawal"/>
              </a:rPr>
              <a:t>متى</a:t>
            </a:r>
            <a:r>
              <a:rPr lang="en" sz="9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rgbClr val="C4CDD5"/>
                </a:solidFill>
                <a:latin typeface="Tajawal"/>
                <a:cs typeface="Tajawal"/>
              </a:rPr>
              <a:t>تستدعي</a:t>
            </a:r>
            <a:r>
              <a:rPr lang="en" sz="9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rgbClr val="C4CDD5"/>
                </a:solidFill>
                <a:latin typeface="Tajawal"/>
                <a:cs typeface="Tajawal"/>
              </a:rPr>
              <a:t>الأعراض</a:t>
            </a:r>
            <a:r>
              <a:rPr lang="en" sz="9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rgbClr val="C4CDD5"/>
                </a:solidFill>
                <a:latin typeface="Tajawal"/>
                <a:cs typeface="Tajawal"/>
              </a:rPr>
              <a:t>أو</a:t>
            </a:r>
            <a:r>
              <a:rPr lang="en" sz="9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rgbClr val="C4CDD5"/>
                </a:solidFill>
                <a:latin typeface="Tajawal"/>
                <a:cs typeface="Tajawal"/>
              </a:rPr>
              <a:t>القياسات</a:t>
            </a:r>
            <a:r>
              <a:rPr lang="en" sz="9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rgbClr val="C4CDD5"/>
                </a:solidFill>
                <a:latin typeface="Tajawal"/>
                <a:cs typeface="Tajawal"/>
              </a:rPr>
              <a:t>تقييمًا</a:t>
            </a:r>
            <a:r>
              <a:rPr lang="en" sz="9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rgbClr val="C4CDD5"/>
                </a:solidFill>
                <a:latin typeface="Tajawal"/>
                <a:cs typeface="Tajawal"/>
              </a:rPr>
              <a:t>طبيًا</a:t>
            </a:r>
            <a:r>
              <a:rPr lang="en" sz="9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rgbClr val="C4CDD5"/>
                </a:solidFill>
                <a:latin typeface="Tajawal"/>
                <a:cs typeface="Tajawal"/>
              </a:rPr>
              <a:t>مبكرًا</a:t>
            </a:r>
            <a:r>
              <a:rPr lang="en" sz="900" b="1" dirty="0">
                <a:solidFill>
                  <a:srgbClr val="C4CDD5"/>
                </a:solidFill>
                <a:latin typeface="Tajawal"/>
                <a:cs typeface="Tajawal"/>
              </a:rPr>
              <a:t>.</a:t>
            </a:r>
            <a:endParaRPr lang="en-US" sz="900"/>
          </a:p>
        </p:txBody>
      </p:sp>
      <p:sp>
        <p:nvSpPr>
          <p:cNvPr id="5" name="Google Shape;63;p2">
            <a:extLst>
              <a:ext uri="{FF2B5EF4-FFF2-40B4-BE49-F238E27FC236}">
                <a16:creationId xmlns:a16="http://schemas.microsoft.com/office/drawing/2014/main" id="{E55ECAD4-D8FC-1E46-06B1-B27851868C21}"/>
              </a:ext>
            </a:extLst>
          </p:cNvPr>
          <p:cNvSpPr txBox="1"/>
          <p:nvPr/>
        </p:nvSpPr>
        <p:spPr>
          <a:xfrm>
            <a:off x="2528782" y="2100921"/>
            <a:ext cx="1851043" cy="648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lang="en" sz="900" b="1" dirty="0" err="1">
                <a:solidFill>
                  <a:srgbClr val="C4CDD5"/>
                </a:solidFill>
                <a:latin typeface="Tajawal"/>
                <a:cs typeface="Tajawal"/>
              </a:rPr>
              <a:t>ظهرت</a:t>
            </a:r>
            <a:r>
              <a:rPr lang="en" sz="9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rgbClr val="C4CDD5"/>
                </a:solidFill>
                <a:latin typeface="Tajawal"/>
                <a:cs typeface="Tajawal"/>
              </a:rPr>
              <a:t>صعوبة</a:t>
            </a:r>
            <a:r>
              <a:rPr lang="en" sz="9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rgbClr val="C4CDD5"/>
                </a:solidFill>
                <a:latin typeface="Tajawal"/>
                <a:cs typeface="Tajawal"/>
              </a:rPr>
              <a:t>في</a:t>
            </a:r>
            <a:r>
              <a:rPr lang="en" sz="9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rgbClr val="C4CDD5"/>
                </a:solidFill>
                <a:latin typeface="Tajawal"/>
                <a:cs typeface="Tajawal"/>
              </a:rPr>
              <a:t>التمييز</a:t>
            </a:r>
            <a:r>
              <a:rPr lang="en" sz="9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rgbClr val="C4CDD5"/>
                </a:solidFill>
                <a:latin typeface="Tajawal"/>
                <a:cs typeface="Tajawal"/>
              </a:rPr>
              <a:t>بين</a:t>
            </a:r>
            <a:r>
              <a:rPr lang="en" sz="9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rgbClr val="C4CDD5"/>
                </a:solidFill>
                <a:latin typeface="Tajawal"/>
                <a:cs typeface="Tajawal"/>
              </a:rPr>
              <a:t>الأعراض</a:t>
            </a:r>
            <a:r>
              <a:rPr lang="en" sz="9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rgbClr val="C4CDD5"/>
                </a:solidFill>
                <a:latin typeface="Tajawal"/>
                <a:cs typeface="Tajawal"/>
              </a:rPr>
              <a:t>الطبيعية</a:t>
            </a:r>
            <a:r>
              <a:rPr lang="en" sz="900" b="1" dirty="0">
                <a:solidFill>
                  <a:srgbClr val="C4CDD5"/>
                </a:solidFill>
                <a:latin typeface="Tajawal"/>
                <a:cs typeface="Tajawal"/>
              </a:rPr>
              <a:t> وعلامات الخطر، وتفسير القياسات حسب التاريخ الصحي، مع تأكيد الطبيبة على خطر التأخر والطمأنينة الزائفة.</a:t>
            </a:r>
            <a:endParaRPr lang="en-US" sz="900"/>
          </a:p>
          <a:p>
            <a:pPr algn="r" rtl="1">
              <a:lnSpc>
                <a:spcPct val="130000"/>
              </a:lnSpc>
            </a:pPr>
            <a:endParaRPr lang="en" sz="1100" b="1" dirty="0">
              <a:solidFill>
                <a:srgbClr val="C4CDD5"/>
              </a:solidFill>
              <a:latin typeface="Tajawal"/>
              <a:cs typeface="Tajawal"/>
            </a:endParaRPr>
          </a:p>
          <a:p>
            <a:pPr marL="0" marR="0" lvl="0" indent="0" algn="r" rtl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900"/>
              <a:buFont typeface="Tajawal"/>
              <a:buNone/>
            </a:pPr>
            <a:endParaRPr lang="en" sz="1100" b="1" i="0" u="none" strike="noStrike" cap="none" dirty="0">
              <a:solidFill>
                <a:srgbClr val="C4CDD5"/>
              </a:solidFill>
              <a:latin typeface="Tajawal"/>
              <a:ea typeface="Tajawal"/>
              <a:cs typeface="Tajawal"/>
            </a:endParaRPr>
          </a:p>
        </p:txBody>
      </p:sp>
      <p:sp>
        <p:nvSpPr>
          <p:cNvPr id="6" name="Google Shape;63;p2">
            <a:extLst>
              <a:ext uri="{FF2B5EF4-FFF2-40B4-BE49-F238E27FC236}">
                <a16:creationId xmlns:a16="http://schemas.microsoft.com/office/drawing/2014/main" id="{01E8D26C-2F0F-0104-9F30-AE3931318C2C}"/>
              </a:ext>
            </a:extLst>
          </p:cNvPr>
          <p:cNvSpPr txBox="1"/>
          <p:nvPr/>
        </p:nvSpPr>
        <p:spPr>
          <a:xfrm>
            <a:off x="443178" y="2100920"/>
            <a:ext cx="1851043" cy="648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lang="en" sz="900" b="1" dirty="0" err="1">
                <a:solidFill>
                  <a:srgbClr val="C4CDD5"/>
                </a:solidFill>
                <a:latin typeface="Tajawal"/>
                <a:cs typeface="Tajawal"/>
              </a:rPr>
              <a:t>البحث</a:t>
            </a:r>
            <a:r>
              <a:rPr lang="en" sz="9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rgbClr val="C4CDD5"/>
                </a:solidFill>
                <a:latin typeface="Tajawal"/>
                <a:cs typeface="Tajawal"/>
              </a:rPr>
              <a:t>عبر</a:t>
            </a:r>
            <a:r>
              <a:rPr lang="en" sz="9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rgbClr val="C4CDD5"/>
                </a:solidFill>
                <a:latin typeface="Tajawal"/>
                <a:cs typeface="Tajawal"/>
              </a:rPr>
              <a:t>الإنترنت</a:t>
            </a:r>
            <a:r>
              <a:rPr lang="en" sz="900" b="1" dirty="0">
                <a:solidFill>
                  <a:srgbClr val="C4CDD5"/>
                </a:solidFill>
                <a:latin typeface="Tajawal"/>
                <a:cs typeface="Tajawal"/>
              </a:rPr>
              <a:t>، </a:t>
            </a:r>
            <a:r>
              <a:rPr lang="en" sz="900" b="1" dirty="0" err="1">
                <a:solidFill>
                  <a:srgbClr val="C4CDD5"/>
                </a:solidFill>
                <a:latin typeface="Tajawal"/>
                <a:cs typeface="Tajawal"/>
              </a:rPr>
              <a:t>سؤال</a:t>
            </a:r>
            <a:r>
              <a:rPr lang="en" sz="9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rgbClr val="C4CDD5"/>
                </a:solidFill>
                <a:latin typeface="Tajawal"/>
                <a:cs typeface="Tajawal"/>
              </a:rPr>
              <a:t>الأسرة</a:t>
            </a:r>
            <a:r>
              <a:rPr lang="en" sz="9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rgbClr val="C4CDD5"/>
                </a:solidFill>
                <a:latin typeface="Tajawal"/>
                <a:cs typeface="Tajawal"/>
              </a:rPr>
              <a:t>ومجموعات</a:t>
            </a:r>
            <a:r>
              <a:rPr lang="en" sz="9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rgbClr val="C4CDD5"/>
                </a:solidFill>
                <a:latin typeface="Tajawal"/>
                <a:cs typeface="Tajawal"/>
              </a:rPr>
              <a:t>الأمهات</a:t>
            </a:r>
            <a:r>
              <a:rPr lang="en" sz="900" b="1" dirty="0">
                <a:solidFill>
                  <a:srgbClr val="C4CDD5"/>
                </a:solidFill>
                <a:latin typeface="Tajawal"/>
                <a:cs typeface="Tajawal"/>
              </a:rPr>
              <a:t>، </a:t>
            </a:r>
            <a:r>
              <a:rPr lang="en" sz="900" b="1" dirty="0" err="1">
                <a:solidFill>
                  <a:srgbClr val="C4CDD5"/>
                </a:solidFill>
                <a:latin typeface="Tajawal"/>
                <a:cs typeface="Tajawal"/>
              </a:rPr>
              <a:t>مراقبة</a:t>
            </a:r>
            <a:r>
              <a:rPr lang="en" sz="9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rgbClr val="C4CDD5"/>
                </a:solidFill>
                <a:latin typeface="Tajawal"/>
                <a:cs typeface="Tajawal"/>
              </a:rPr>
              <a:t>الأعراض</a:t>
            </a:r>
            <a:r>
              <a:rPr lang="en" sz="9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rgbClr val="C4CDD5"/>
                </a:solidFill>
                <a:latin typeface="Tajawal"/>
                <a:cs typeface="Tajawal"/>
              </a:rPr>
              <a:t>والقياسات</a:t>
            </a:r>
            <a:r>
              <a:rPr lang="en" sz="900" b="1" dirty="0">
                <a:solidFill>
                  <a:srgbClr val="C4CDD5"/>
                </a:solidFill>
                <a:latin typeface="Tajawal"/>
                <a:cs typeface="Tajawal"/>
              </a:rPr>
              <a:t>، </a:t>
            </a:r>
            <a:r>
              <a:rPr lang="en" sz="900" b="1" dirty="0" err="1">
                <a:solidFill>
                  <a:srgbClr val="C4CDD5"/>
                </a:solidFill>
                <a:latin typeface="Tajawal"/>
                <a:cs typeface="Tajawal"/>
              </a:rPr>
              <a:t>ثم</a:t>
            </a:r>
            <a:r>
              <a:rPr lang="en" sz="9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rgbClr val="C4CDD5"/>
                </a:solidFill>
                <a:latin typeface="Tajawal"/>
                <a:cs typeface="Tajawal"/>
              </a:rPr>
              <a:t>التواصل</a:t>
            </a:r>
            <a:r>
              <a:rPr lang="en" sz="9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rgbClr val="C4CDD5"/>
                </a:solidFill>
                <a:latin typeface="Tajawal"/>
                <a:cs typeface="Tajawal"/>
              </a:rPr>
              <a:t>مع</a:t>
            </a:r>
            <a:r>
              <a:rPr lang="en" sz="9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rgbClr val="C4CDD5"/>
                </a:solidFill>
                <a:latin typeface="Tajawal"/>
                <a:cs typeface="Tajawal"/>
              </a:rPr>
              <a:t>مقدم</a:t>
            </a:r>
            <a:r>
              <a:rPr lang="en" sz="9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rgbClr val="C4CDD5"/>
                </a:solidFill>
                <a:latin typeface="Tajawal"/>
                <a:cs typeface="Tajawal"/>
              </a:rPr>
              <a:t>الرعاية</a:t>
            </a:r>
            <a:r>
              <a:rPr lang="en" sz="900" b="1" dirty="0">
                <a:solidFill>
                  <a:srgbClr val="C4CDD5"/>
                </a:solidFill>
                <a:latin typeface="Tajawal"/>
                <a:cs typeface="Tajawal"/>
              </a:rPr>
              <a:t>.</a:t>
            </a:r>
            <a:endParaRPr lang="en-US" sz="900" b="1">
              <a:latin typeface="Tajawal"/>
              <a:cs typeface="Tajawal"/>
            </a:endParaRPr>
          </a:p>
        </p:txBody>
      </p:sp>
      <p:sp>
        <p:nvSpPr>
          <p:cNvPr id="7" name="Google Shape;63;p2">
            <a:extLst>
              <a:ext uri="{FF2B5EF4-FFF2-40B4-BE49-F238E27FC236}">
                <a16:creationId xmlns:a16="http://schemas.microsoft.com/office/drawing/2014/main" id="{F0C80302-2819-6B8A-4CF9-ECA9A6F263FD}"/>
              </a:ext>
            </a:extLst>
          </p:cNvPr>
          <p:cNvSpPr txBox="1"/>
          <p:nvPr/>
        </p:nvSpPr>
        <p:spPr>
          <a:xfrm>
            <a:off x="6165600" y="3318140"/>
            <a:ext cx="2355744" cy="65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lang="en" sz="900" b="1" dirty="0" err="1">
                <a:solidFill>
                  <a:srgbClr val="C4CDD5"/>
                </a:solidFill>
                <a:latin typeface="Tajawal"/>
                <a:cs typeface="Tajawal"/>
              </a:rPr>
              <a:t>الحاجة</a:t>
            </a:r>
            <a:r>
              <a:rPr lang="en" sz="9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rgbClr val="C4CDD5"/>
                </a:solidFill>
                <a:latin typeface="Tajawal"/>
                <a:cs typeface="Tajawal"/>
              </a:rPr>
              <a:t>إلى</a:t>
            </a:r>
            <a:r>
              <a:rPr lang="en" sz="9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rgbClr val="C4CDD5"/>
                </a:solidFill>
                <a:latin typeface="Tajawal"/>
                <a:cs typeface="Tajawal"/>
              </a:rPr>
              <a:t>توعية</a:t>
            </a:r>
            <a:r>
              <a:rPr lang="en" sz="9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rgbClr val="C4CDD5"/>
                </a:solidFill>
                <a:latin typeface="Tajawal"/>
                <a:cs typeface="Tajawal"/>
              </a:rPr>
              <a:t>مبكرة</a:t>
            </a:r>
            <a:r>
              <a:rPr lang="en" sz="9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rgbClr val="C4CDD5"/>
                </a:solidFill>
                <a:latin typeface="Tajawal"/>
                <a:cs typeface="Tajawal"/>
              </a:rPr>
              <a:t>وواضحة</a:t>
            </a:r>
            <a:r>
              <a:rPr lang="en" sz="9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rgbClr val="C4CDD5"/>
                </a:solidFill>
                <a:latin typeface="Tajawal"/>
                <a:cs typeface="Tajawal"/>
              </a:rPr>
              <a:t>تساعد</a:t>
            </a:r>
            <a:r>
              <a:rPr lang="en" sz="9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rgbClr val="C4CDD5"/>
                </a:solidFill>
                <a:latin typeface="Tajawal"/>
                <a:cs typeface="Tajawal"/>
              </a:rPr>
              <a:t>الحوامل</a:t>
            </a:r>
            <a:r>
              <a:rPr lang="en" sz="9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rgbClr val="C4CDD5"/>
                </a:solidFill>
                <a:latin typeface="Tajawal"/>
                <a:cs typeface="Tajawal"/>
              </a:rPr>
              <a:t>على</a:t>
            </a:r>
            <a:r>
              <a:rPr lang="en" sz="9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rgbClr val="C4CDD5"/>
                </a:solidFill>
                <a:latin typeface="Tajawal"/>
                <a:cs typeface="Tajawal"/>
              </a:rPr>
              <a:t>فهم</a:t>
            </a:r>
            <a:r>
              <a:rPr lang="en" sz="9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rgbClr val="C4CDD5"/>
                </a:solidFill>
                <a:latin typeface="Tajawal"/>
                <a:cs typeface="Tajawal"/>
              </a:rPr>
              <a:t>مستوى</a:t>
            </a:r>
            <a:r>
              <a:rPr lang="en" sz="9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rgbClr val="C4CDD5"/>
                </a:solidFill>
                <a:latin typeface="Tajawal"/>
                <a:cs typeface="Tajawal"/>
              </a:rPr>
              <a:t>الخطورة</a:t>
            </a:r>
            <a:r>
              <a:rPr lang="en" sz="9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rgbClr val="C4CDD5"/>
                </a:solidFill>
                <a:latin typeface="Tajawal"/>
                <a:cs typeface="Tajawal"/>
              </a:rPr>
              <a:t>واتخاذ</a:t>
            </a:r>
            <a:r>
              <a:rPr lang="en" sz="9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rgbClr val="C4CDD5"/>
                </a:solidFill>
                <a:latin typeface="Tajawal"/>
                <a:cs typeface="Tajawal"/>
              </a:rPr>
              <a:t>الخطوة</a:t>
            </a:r>
            <a:r>
              <a:rPr lang="en" sz="9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rgbClr val="C4CDD5"/>
                </a:solidFill>
                <a:latin typeface="Tajawal"/>
                <a:cs typeface="Tajawal"/>
              </a:rPr>
              <a:t>المناسبة</a:t>
            </a:r>
            <a:r>
              <a:rPr lang="en" sz="9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rgbClr val="C4CDD5"/>
                </a:solidFill>
                <a:latin typeface="Tajawal"/>
                <a:cs typeface="Tajawal"/>
              </a:rPr>
              <a:t>في</a:t>
            </a:r>
            <a:r>
              <a:rPr lang="en" sz="9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rgbClr val="C4CDD5"/>
                </a:solidFill>
                <a:latin typeface="Tajawal"/>
                <a:cs typeface="Tajawal"/>
              </a:rPr>
              <a:t>الوقت</a:t>
            </a:r>
            <a:r>
              <a:rPr lang="en" sz="9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rgbClr val="C4CDD5"/>
                </a:solidFill>
                <a:latin typeface="Tajawal"/>
                <a:cs typeface="Tajawal"/>
              </a:rPr>
              <a:t>المناسب</a:t>
            </a:r>
            <a:r>
              <a:rPr lang="en" sz="900" b="1" dirty="0">
                <a:solidFill>
                  <a:srgbClr val="C4CDD5"/>
                </a:solidFill>
                <a:latin typeface="Tajawal"/>
                <a:cs typeface="Tajawal"/>
              </a:rPr>
              <a:t>.</a:t>
            </a:r>
            <a:endParaRPr lang="en-US" dirty="0"/>
          </a:p>
        </p:txBody>
      </p:sp>
      <p:sp>
        <p:nvSpPr>
          <p:cNvPr id="8" name="Google Shape;63;p2">
            <a:extLst>
              <a:ext uri="{FF2B5EF4-FFF2-40B4-BE49-F238E27FC236}">
                <a16:creationId xmlns:a16="http://schemas.microsoft.com/office/drawing/2014/main" id="{28F8AE64-6675-F597-40C7-185AE7C5B859}"/>
              </a:ext>
            </a:extLst>
          </p:cNvPr>
          <p:cNvSpPr txBox="1"/>
          <p:nvPr/>
        </p:nvSpPr>
        <p:spPr>
          <a:xfrm>
            <a:off x="3248724" y="3318140"/>
            <a:ext cx="2526451" cy="65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lang="en" sz="900" b="1" dirty="0" err="1">
                <a:solidFill>
                  <a:srgbClr val="C4CDD5"/>
                </a:solidFill>
                <a:latin typeface="Tajawal"/>
                <a:cs typeface="Tajawal"/>
              </a:rPr>
              <a:t>دمج</a:t>
            </a:r>
            <a:r>
              <a:rPr lang="en" sz="9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rgbClr val="C4CDD5"/>
                </a:solidFill>
                <a:latin typeface="Tajawal"/>
                <a:cs typeface="Tajawal"/>
              </a:rPr>
              <a:t>التاريخ</a:t>
            </a:r>
            <a:r>
              <a:rPr lang="en" sz="9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rgbClr val="C4CDD5"/>
                </a:solidFill>
                <a:latin typeface="Tajawal"/>
                <a:cs typeface="Tajawal"/>
              </a:rPr>
              <a:t>الصحي</a:t>
            </a:r>
            <a:r>
              <a:rPr lang="en" sz="9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rgbClr val="C4CDD5"/>
                </a:solidFill>
                <a:latin typeface="Tajawal"/>
                <a:cs typeface="Tajawal"/>
              </a:rPr>
              <a:t>والأعراض</a:t>
            </a:r>
            <a:r>
              <a:rPr lang="en" sz="9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rgbClr val="C4CDD5"/>
                </a:solidFill>
                <a:latin typeface="Tajawal"/>
                <a:cs typeface="Tajawal"/>
              </a:rPr>
              <a:t>والقياسات</a:t>
            </a:r>
            <a:r>
              <a:rPr lang="en" sz="9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rgbClr val="C4CDD5"/>
                </a:solidFill>
                <a:latin typeface="Tajawal"/>
                <a:cs typeface="Tajawal"/>
              </a:rPr>
              <a:t>لتقدير</a:t>
            </a:r>
            <a:r>
              <a:rPr lang="en" sz="9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rgbClr val="C4CDD5"/>
                </a:solidFill>
                <a:latin typeface="Tajawal"/>
                <a:cs typeface="Tajawal"/>
              </a:rPr>
              <a:t>الخطورة</a:t>
            </a:r>
            <a:r>
              <a:rPr lang="en" sz="900" b="1" dirty="0">
                <a:solidFill>
                  <a:srgbClr val="C4CDD5"/>
                </a:solidFill>
                <a:latin typeface="Tajawal"/>
                <a:cs typeface="Tajawal"/>
              </a:rPr>
              <a:t>، </a:t>
            </a:r>
            <a:r>
              <a:rPr lang="en" sz="900" b="1" dirty="0" err="1">
                <a:solidFill>
                  <a:srgbClr val="C4CDD5"/>
                </a:solidFill>
                <a:latin typeface="Tajawal"/>
                <a:cs typeface="Tajawal"/>
              </a:rPr>
              <a:t>تقييم</a:t>
            </a:r>
            <a:r>
              <a:rPr lang="en" sz="9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rgbClr val="C4CDD5"/>
                </a:solidFill>
                <a:latin typeface="Tajawal"/>
                <a:cs typeface="Tajawal"/>
              </a:rPr>
              <a:t>موثوقية</a:t>
            </a:r>
            <a:r>
              <a:rPr lang="en" sz="9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rgbClr val="C4CDD5"/>
                </a:solidFill>
                <a:latin typeface="Tajawal"/>
                <a:cs typeface="Tajawal"/>
              </a:rPr>
              <a:t>المعلومات</a:t>
            </a:r>
            <a:r>
              <a:rPr lang="en" sz="900" b="1" dirty="0">
                <a:solidFill>
                  <a:srgbClr val="C4CDD5"/>
                </a:solidFill>
                <a:latin typeface="Tajawal"/>
                <a:cs typeface="Tajawal"/>
              </a:rPr>
              <a:t>، </a:t>
            </a:r>
            <a:r>
              <a:rPr lang="en" sz="900" b="1" dirty="0" err="1">
                <a:solidFill>
                  <a:srgbClr val="C4CDD5"/>
                </a:solidFill>
                <a:latin typeface="Tajawal"/>
                <a:cs typeface="Tajawal"/>
              </a:rPr>
              <a:t>تحديد</a:t>
            </a:r>
            <a:r>
              <a:rPr lang="en" sz="9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rgbClr val="C4CDD5"/>
                </a:solidFill>
                <a:latin typeface="Tajawal"/>
                <a:cs typeface="Tajawal"/>
              </a:rPr>
              <a:t>البيانات</a:t>
            </a:r>
            <a:r>
              <a:rPr lang="en" sz="9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rgbClr val="C4CDD5"/>
                </a:solidFill>
                <a:latin typeface="Tajawal"/>
                <a:cs typeface="Tajawal"/>
              </a:rPr>
              <a:t>الناقصة</a:t>
            </a:r>
            <a:r>
              <a:rPr lang="en" sz="900" b="1" dirty="0">
                <a:solidFill>
                  <a:srgbClr val="C4CDD5"/>
                </a:solidFill>
                <a:latin typeface="Tajawal"/>
                <a:cs typeface="Tajawal"/>
              </a:rPr>
              <a:t>، </a:t>
            </a:r>
            <a:r>
              <a:rPr lang="en" sz="900" b="1" dirty="0" err="1">
                <a:solidFill>
                  <a:srgbClr val="C4CDD5"/>
                </a:solidFill>
                <a:latin typeface="Tajawal"/>
                <a:cs typeface="Tajawal"/>
              </a:rPr>
              <a:t>ومراعاة</a:t>
            </a:r>
            <a:r>
              <a:rPr lang="en" sz="9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rgbClr val="C4CDD5"/>
                </a:solidFill>
                <a:latin typeface="Tajawal"/>
                <a:cs typeface="Tajawal"/>
              </a:rPr>
              <a:t>توقيت</a:t>
            </a:r>
            <a:r>
              <a:rPr lang="en" sz="900" b="1" dirty="0">
                <a:solidFill>
                  <a:srgbClr val="C4CDD5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rgbClr val="C4CDD5"/>
                </a:solidFill>
                <a:latin typeface="Tajawal"/>
                <a:cs typeface="Tajawal"/>
              </a:rPr>
              <a:t>الحمل</a:t>
            </a:r>
            <a:r>
              <a:rPr lang="en" sz="900" b="1" dirty="0">
                <a:solidFill>
                  <a:srgbClr val="C4CDD5"/>
                </a:solidFill>
                <a:latin typeface="Tajawal"/>
                <a:cs typeface="Tajawal"/>
              </a:rPr>
              <a:t>.</a:t>
            </a:r>
            <a:endParaRPr lang="en-US" dirty="0"/>
          </a:p>
        </p:txBody>
      </p:sp>
      <p:sp>
        <p:nvSpPr>
          <p:cNvPr id="10" name="Google Shape;273;g3fa33d35305_0_757">
            <a:extLst>
              <a:ext uri="{FF2B5EF4-FFF2-40B4-BE49-F238E27FC236}">
                <a16:creationId xmlns:a16="http://schemas.microsoft.com/office/drawing/2014/main" id="{7BD29B6B-4824-29DF-612C-5AA94DE56B17}"/>
              </a:ext>
            </a:extLst>
          </p:cNvPr>
          <p:cNvSpPr txBox="1"/>
          <p:nvPr/>
        </p:nvSpPr>
        <p:spPr>
          <a:xfrm>
            <a:off x="604919" y="3399905"/>
            <a:ext cx="2360685" cy="642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r" rtl="1"/>
            <a:r>
              <a:rPr lang="en" sz="1100" b="1" dirty="0" err="1">
                <a:solidFill>
                  <a:srgbClr val="AEDB0B"/>
                </a:solidFill>
                <a:latin typeface="Tajawal"/>
                <a:cs typeface="Tajawal"/>
              </a:rPr>
              <a:t>أن</a:t>
            </a:r>
            <a:r>
              <a:rPr lang="en" sz="1100" b="1" dirty="0">
                <a:solidFill>
                  <a:srgbClr val="AEDB0B"/>
                </a:solidFill>
                <a:latin typeface="Tajawal"/>
                <a:cs typeface="Tajawal"/>
              </a:rPr>
              <a:t> </a:t>
            </a:r>
            <a:r>
              <a:rPr lang="en" sz="1100" b="1" dirty="0" err="1">
                <a:solidFill>
                  <a:srgbClr val="AEDB0B"/>
                </a:solidFill>
                <a:latin typeface="Tajawal"/>
                <a:cs typeface="Tajawal"/>
              </a:rPr>
              <a:t>الحوامل</a:t>
            </a:r>
            <a:r>
              <a:rPr lang="en" sz="1100" b="1" dirty="0">
                <a:solidFill>
                  <a:srgbClr val="AEDB0B"/>
                </a:solidFill>
                <a:latin typeface="Tajawal"/>
                <a:cs typeface="Tajawal"/>
              </a:rPr>
              <a:t> </a:t>
            </a:r>
            <a:r>
              <a:rPr lang="en" sz="1100" b="1" dirty="0" err="1">
                <a:solidFill>
                  <a:srgbClr val="AEDB0B"/>
                </a:solidFill>
                <a:latin typeface="Tajawal"/>
                <a:cs typeface="Tajawal"/>
              </a:rPr>
              <a:t>ومقدمي</a:t>
            </a:r>
            <a:r>
              <a:rPr lang="en" sz="1100" b="1" dirty="0">
                <a:solidFill>
                  <a:srgbClr val="AEDB0B"/>
                </a:solidFill>
                <a:latin typeface="Tajawal"/>
                <a:cs typeface="Tajawal"/>
              </a:rPr>
              <a:t> </a:t>
            </a:r>
            <a:r>
              <a:rPr lang="en" sz="1100" b="1" dirty="0" err="1">
                <a:solidFill>
                  <a:srgbClr val="AEDB0B"/>
                </a:solidFill>
                <a:latin typeface="Tajawal"/>
                <a:cs typeface="Tajawal"/>
              </a:rPr>
              <a:t>الرعاية</a:t>
            </a:r>
            <a:r>
              <a:rPr lang="en" sz="1100" b="1" dirty="0">
                <a:solidFill>
                  <a:srgbClr val="AEDB0B"/>
                </a:solidFill>
                <a:latin typeface="Tajawal"/>
                <a:cs typeface="Tajawal"/>
              </a:rPr>
              <a:t> </a:t>
            </a:r>
            <a:r>
              <a:rPr lang="en" sz="1100" b="1" dirty="0" err="1">
                <a:solidFill>
                  <a:srgbClr val="AEDB0B"/>
                </a:solidFill>
                <a:latin typeface="Tajawal"/>
                <a:cs typeface="Tajawal"/>
              </a:rPr>
              <a:t>سيجدون</a:t>
            </a:r>
            <a:r>
              <a:rPr lang="en" sz="1100" b="1" dirty="0">
                <a:solidFill>
                  <a:srgbClr val="AEDB0B"/>
                </a:solidFill>
                <a:latin typeface="Tajawal"/>
                <a:cs typeface="Tajawal"/>
              </a:rPr>
              <a:t> </a:t>
            </a:r>
            <a:r>
              <a:rPr lang="en" sz="1100" b="1" dirty="0" err="1">
                <a:solidFill>
                  <a:srgbClr val="AEDB0B"/>
                </a:solidFill>
                <a:latin typeface="Tajawal"/>
                <a:cs typeface="Tajawal"/>
              </a:rPr>
              <a:t>تقييم</a:t>
            </a:r>
            <a:r>
              <a:rPr lang="en" sz="1100" b="1" dirty="0">
                <a:solidFill>
                  <a:srgbClr val="AEDB0B"/>
                </a:solidFill>
                <a:latin typeface="Tajawal"/>
                <a:cs typeface="Tajawal"/>
              </a:rPr>
              <a:t> BADIRA </a:t>
            </a:r>
            <a:r>
              <a:rPr lang="en" sz="1100" b="1" dirty="0" err="1">
                <a:solidFill>
                  <a:srgbClr val="AEDB0B"/>
                </a:solidFill>
                <a:latin typeface="Tajawal"/>
                <a:cs typeface="Tajawal"/>
              </a:rPr>
              <a:t>واضحًا</a:t>
            </a:r>
            <a:r>
              <a:rPr lang="en" sz="1100" b="1" dirty="0">
                <a:solidFill>
                  <a:srgbClr val="AEDB0B"/>
                </a:solidFill>
                <a:latin typeface="Tajawal"/>
                <a:cs typeface="Tajawal"/>
              </a:rPr>
              <a:t> </a:t>
            </a:r>
            <a:r>
              <a:rPr lang="en" sz="1100" b="1" dirty="0" err="1">
                <a:solidFill>
                  <a:srgbClr val="AEDB0B"/>
                </a:solidFill>
                <a:latin typeface="Tajawal"/>
                <a:cs typeface="Tajawal"/>
              </a:rPr>
              <a:t>وموثوقًا</a:t>
            </a:r>
            <a:r>
              <a:rPr lang="en" sz="1100" b="1" dirty="0">
                <a:solidFill>
                  <a:srgbClr val="AEDB0B"/>
                </a:solidFill>
                <a:latin typeface="Tajawal"/>
                <a:cs typeface="Tajawal"/>
              </a:rPr>
              <a:t> </a:t>
            </a:r>
            <a:r>
              <a:rPr lang="en" sz="1100" b="1" dirty="0" err="1">
                <a:solidFill>
                  <a:srgbClr val="AEDB0B"/>
                </a:solidFill>
                <a:latin typeface="Tajawal"/>
                <a:cs typeface="Tajawal"/>
              </a:rPr>
              <a:t>ومفيدًا</a:t>
            </a:r>
            <a:r>
              <a:rPr lang="en" sz="1100" b="1" dirty="0">
                <a:solidFill>
                  <a:srgbClr val="AEDB0B"/>
                </a:solidFill>
                <a:latin typeface="Tajawal"/>
                <a:cs typeface="Tajawal"/>
              </a:rPr>
              <a:t> </a:t>
            </a:r>
            <a:r>
              <a:rPr lang="en" sz="1100" b="1" dirty="0" err="1">
                <a:solidFill>
                  <a:srgbClr val="AEDB0B"/>
                </a:solidFill>
                <a:latin typeface="Tajawal"/>
                <a:cs typeface="Tajawal"/>
              </a:rPr>
              <a:t>لاتخاذ</a:t>
            </a:r>
            <a:r>
              <a:rPr lang="en" sz="1100" b="1" dirty="0">
                <a:solidFill>
                  <a:srgbClr val="AEDB0B"/>
                </a:solidFill>
                <a:latin typeface="Tajawal"/>
                <a:cs typeface="Tajawal"/>
              </a:rPr>
              <a:t> </a:t>
            </a:r>
            <a:r>
              <a:rPr lang="en" sz="1100" b="1" dirty="0" err="1">
                <a:solidFill>
                  <a:srgbClr val="AEDB0B"/>
                </a:solidFill>
                <a:latin typeface="Tajawal"/>
                <a:cs typeface="Tajawal"/>
              </a:rPr>
              <a:t>الخطوة</a:t>
            </a:r>
            <a:r>
              <a:rPr lang="en" sz="1100" b="1" dirty="0">
                <a:solidFill>
                  <a:srgbClr val="AEDB0B"/>
                </a:solidFill>
                <a:latin typeface="Tajawal"/>
                <a:cs typeface="Tajawal"/>
              </a:rPr>
              <a:t> </a:t>
            </a:r>
            <a:r>
              <a:rPr lang="en" sz="1100" b="1" dirty="0" err="1">
                <a:solidFill>
                  <a:srgbClr val="AEDB0B"/>
                </a:solidFill>
                <a:latin typeface="Tajawal"/>
                <a:cs typeface="Tajawal"/>
              </a:rPr>
              <a:t>التالية</a:t>
            </a:r>
            <a:r>
              <a:rPr lang="en" sz="1100" b="1" dirty="0">
                <a:solidFill>
                  <a:srgbClr val="AEDB0B"/>
                </a:solidFill>
                <a:latin typeface="Tajawal"/>
                <a:cs typeface="Tajawal"/>
              </a:rPr>
              <a:t> </a:t>
            </a:r>
            <a:r>
              <a:rPr lang="en" sz="1100" b="1" dirty="0" err="1">
                <a:solidFill>
                  <a:srgbClr val="AEDB0B"/>
                </a:solidFill>
                <a:latin typeface="Tajawal"/>
                <a:cs typeface="Tajawal"/>
              </a:rPr>
              <a:t>دون</a:t>
            </a:r>
            <a:r>
              <a:rPr lang="en" sz="1100" b="1" dirty="0">
                <a:solidFill>
                  <a:srgbClr val="AEDB0B"/>
                </a:solidFill>
                <a:latin typeface="Tajawal"/>
                <a:cs typeface="Tajawal"/>
              </a:rPr>
              <a:t> </a:t>
            </a:r>
            <a:r>
              <a:rPr lang="en" sz="1100" b="1" dirty="0" err="1">
                <a:solidFill>
                  <a:srgbClr val="AEDB0B"/>
                </a:solidFill>
                <a:latin typeface="Tajawal"/>
                <a:cs typeface="Tajawal"/>
              </a:rPr>
              <a:t>اعتباره</a:t>
            </a:r>
            <a:r>
              <a:rPr lang="en" sz="1100" b="1" dirty="0">
                <a:solidFill>
                  <a:srgbClr val="AEDB0B"/>
                </a:solidFill>
                <a:latin typeface="Tajawal"/>
                <a:cs typeface="Tajawal"/>
              </a:rPr>
              <a:t> </a:t>
            </a:r>
            <a:r>
              <a:rPr lang="en" sz="1100" b="1" dirty="0" err="1">
                <a:solidFill>
                  <a:srgbClr val="AEDB0B"/>
                </a:solidFill>
                <a:latin typeface="Tajawal"/>
                <a:cs typeface="Tajawal"/>
              </a:rPr>
              <a:t>تشخيصًا</a:t>
            </a:r>
            <a:r>
              <a:rPr lang="en" sz="1100" b="1" dirty="0">
                <a:solidFill>
                  <a:srgbClr val="AEDB0B"/>
                </a:solidFill>
                <a:latin typeface="Tajawal"/>
                <a:cs typeface="Tajawal"/>
              </a:rPr>
              <a:t> </a:t>
            </a:r>
            <a:r>
              <a:rPr lang="en" sz="1100" b="1" dirty="0" err="1">
                <a:solidFill>
                  <a:srgbClr val="AEDB0B"/>
                </a:solidFill>
                <a:latin typeface="Tajawal"/>
                <a:cs typeface="Tajawal"/>
              </a:rPr>
              <a:t>طبيً</a:t>
            </a:r>
            <a:endParaRPr lang="en-US" dirty="0" err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11</Slides>
  <Notes>11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209</cp:revision>
  <dcterms:modified xsi:type="dcterms:W3CDTF">2026-09-15T14:20:39Z</dcterms:modified>
</cp:coreProperties>
</file>